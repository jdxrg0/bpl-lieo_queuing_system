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6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00"/>
    <a:srgbClr val="C1E5F5"/>
    <a:srgbClr val="DCEAF7"/>
    <a:srgbClr val="F0F8FD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C7FE9-9C53-4899-8748-15D2B5BBDB27}" v="810" dt="2026-09-04T18:27:51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54771" autoAdjust="0"/>
  </p:normalViewPr>
  <p:slideViewPr>
    <p:cSldViewPr snapToGrid="0">
      <p:cViewPr>
        <p:scale>
          <a:sx n="66" d="100"/>
          <a:sy n="66" d="100"/>
        </p:scale>
        <p:origin x="1253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e Rocks" userId="9139e2ceb00f3fb1" providerId="LiveId" clId="{859AD0D1-A73F-49AC-A4EB-511B3A8A25A2}"/>
    <pc:docChg chg="undo redo custSel addSld delSld modSld sldOrd modMainMaster addSection delSection">
      <pc:chgData name="Nate Rocks" userId="9139e2ceb00f3fb1" providerId="LiveId" clId="{859AD0D1-A73F-49AC-A4EB-511B3A8A25A2}" dt="2026-09-04T18:35:25.333" v="1788" actId="1076"/>
      <pc:docMkLst>
        <pc:docMk/>
      </pc:docMkLst>
      <pc:sldChg chg="addSp delSp modSp add del mod modTransition setBg delAnim">
        <pc:chgData name="Nate Rocks" userId="9139e2ceb00f3fb1" providerId="LiveId" clId="{859AD0D1-A73F-49AC-A4EB-511B3A8A25A2}" dt="2026-09-04T18:28:08.473" v="1752" actId="478"/>
        <pc:sldMkLst>
          <pc:docMk/>
          <pc:sldMk cId="1191149446" sldId="258"/>
        </pc:sldMkLst>
        <pc:spChg chg="del">
          <ac:chgData name="Nate Rocks" userId="9139e2ceb00f3fb1" providerId="LiveId" clId="{859AD0D1-A73F-49AC-A4EB-511B3A8A25A2}" dt="2026-09-03T14:00:18.063" v="816" actId="478"/>
          <ac:spMkLst>
            <pc:docMk/>
            <pc:sldMk cId="1191149446" sldId="258"/>
            <ac:spMk id="2" creationId="{A2970B35-5ECA-44F3-2B9B-01DAE932D0A9}"/>
          </ac:spMkLst>
        </pc:spChg>
        <pc:spChg chg="add mod topLvl">
          <ac:chgData name="Nate Rocks" userId="9139e2ceb00f3fb1" providerId="LiveId" clId="{859AD0D1-A73F-49AC-A4EB-511B3A8A25A2}" dt="2026-09-03T13:48:11.320" v="166" actId="165"/>
          <ac:spMkLst>
            <pc:docMk/>
            <pc:sldMk cId="1191149446" sldId="258"/>
            <ac:spMk id="3" creationId="{FB322802-313E-0814-C6CD-F59B0B05D1F8}"/>
          </ac:spMkLst>
        </pc:spChg>
        <pc:spChg chg="add mod topLvl">
          <ac:chgData name="Nate Rocks" userId="9139e2ceb00f3fb1" providerId="LiveId" clId="{859AD0D1-A73F-49AC-A4EB-511B3A8A25A2}" dt="2026-09-03T13:48:19.172" v="167" actId="12788"/>
          <ac:spMkLst>
            <pc:docMk/>
            <pc:sldMk cId="1191149446" sldId="258"/>
            <ac:spMk id="5" creationId="{22B38D54-1756-D349-64CF-F193D3C9B19F}"/>
          </ac:spMkLst>
        </pc:spChg>
        <pc:spChg chg="del">
          <ac:chgData name="Nate Rocks" userId="9139e2ceb00f3fb1" providerId="LiveId" clId="{859AD0D1-A73F-49AC-A4EB-511B3A8A25A2}" dt="2026-09-03T14:00:18.063" v="816" actId="478"/>
          <ac:spMkLst>
            <pc:docMk/>
            <pc:sldMk cId="1191149446" sldId="258"/>
            <ac:spMk id="6" creationId="{77584FCE-81B6-BABA-6F82-6E8FAD88FF9B}"/>
          </ac:spMkLst>
        </pc:spChg>
        <pc:spChg chg="add del mod">
          <ac:chgData name="Nate Rocks" userId="9139e2ceb00f3fb1" providerId="LiveId" clId="{859AD0D1-A73F-49AC-A4EB-511B3A8A25A2}" dt="2026-09-03T13:45:24.328" v="106"/>
          <ac:spMkLst>
            <pc:docMk/>
            <pc:sldMk cId="1191149446" sldId="258"/>
            <ac:spMk id="7" creationId="{24F6C6AF-6DCC-86AB-1770-6E0810F855B4}"/>
          </ac:spMkLst>
        </pc:spChg>
        <pc:spChg chg="add del mod">
          <ac:chgData name="Nate Rocks" userId="9139e2ceb00f3fb1" providerId="LiveId" clId="{859AD0D1-A73F-49AC-A4EB-511B3A8A25A2}" dt="2026-09-03T13:45:42.781" v="126"/>
          <ac:spMkLst>
            <pc:docMk/>
            <pc:sldMk cId="1191149446" sldId="258"/>
            <ac:spMk id="8" creationId="{1D7DF998-A5F8-F54B-8810-8B026EFED612}"/>
          </ac:spMkLst>
        </pc:spChg>
        <pc:spChg chg="add mod topLvl">
          <ac:chgData name="Nate Rocks" userId="9139e2ceb00f3fb1" providerId="LiveId" clId="{859AD0D1-A73F-49AC-A4EB-511B3A8A25A2}" dt="2026-09-03T13:48:19.172" v="167" actId="12788"/>
          <ac:spMkLst>
            <pc:docMk/>
            <pc:sldMk cId="1191149446" sldId="258"/>
            <ac:spMk id="10" creationId="{CCD9F5B3-998F-9061-7ECF-EBCE5780B43E}"/>
          </ac:spMkLst>
        </pc:spChg>
        <pc:spChg chg="mod topLvl">
          <ac:chgData name="Nate Rocks" userId="9139e2ceb00f3fb1" providerId="LiveId" clId="{859AD0D1-A73F-49AC-A4EB-511B3A8A25A2}" dt="2026-09-03T13:48:11.320" v="166" actId="165"/>
          <ac:spMkLst>
            <pc:docMk/>
            <pc:sldMk cId="1191149446" sldId="258"/>
            <ac:spMk id="19" creationId="{147F5C73-6F33-6BDB-8BEC-B9A2DF5154D3}"/>
          </ac:spMkLst>
        </pc:spChg>
        <pc:spChg chg="add mod">
          <ac:chgData name="Nate Rocks" userId="9139e2ceb00f3fb1" providerId="LiveId" clId="{859AD0D1-A73F-49AC-A4EB-511B3A8A25A2}" dt="2026-09-03T14:01:50.893" v="833" actId="1076"/>
          <ac:spMkLst>
            <pc:docMk/>
            <pc:sldMk cId="1191149446" sldId="258"/>
            <ac:spMk id="25" creationId="{9F515E6C-ABCB-D9C5-B3AD-7DEC94689084}"/>
          </ac:spMkLst>
        </pc:spChg>
        <pc:spChg chg="add mod">
          <ac:chgData name="Nate Rocks" userId="9139e2ceb00f3fb1" providerId="LiveId" clId="{859AD0D1-A73F-49AC-A4EB-511B3A8A25A2}" dt="2026-09-03T14:01:50.893" v="833" actId="1076"/>
          <ac:spMkLst>
            <pc:docMk/>
            <pc:sldMk cId="1191149446" sldId="258"/>
            <ac:spMk id="27" creationId="{893B29A2-4218-CA35-1C85-03BE2D71CB23}"/>
          </ac:spMkLst>
        </pc:spChg>
        <pc:spChg chg="add mod">
          <ac:chgData name="Nate Rocks" userId="9139e2ceb00f3fb1" providerId="LiveId" clId="{859AD0D1-A73F-49AC-A4EB-511B3A8A25A2}" dt="2026-09-03T14:01:50.893" v="833" actId="1076"/>
          <ac:spMkLst>
            <pc:docMk/>
            <pc:sldMk cId="1191149446" sldId="258"/>
            <ac:spMk id="29" creationId="{9F618F0E-7370-5EE6-6E5E-FEA34B000E33}"/>
          </ac:spMkLst>
        </pc:spChg>
        <pc:spChg chg="del mod">
          <ac:chgData name="Nate Rocks" userId="9139e2ceb00f3fb1" providerId="LiveId" clId="{859AD0D1-A73F-49AC-A4EB-511B3A8A25A2}" dt="2026-09-03T13:40:27.461" v="7" actId="478"/>
          <ac:spMkLst>
            <pc:docMk/>
            <pc:sldMk cId="1191149446" sldId="258"/>
            <ac:spMk id="33" creationId="{3E9ACA6F-0CE1-E436-8689-67004B7768C5}"/>
          </ac:spMkLst>
        </pc:spChg>
        <pc:spChg chg="del">
          <ac:chgData name="Nate Rocks" userId="9139e2ceb00f3fb1" providerId="LiveId" clId="{859AD0D1-A73F-49AC-A4EB-511B3A8A25A2}" dt="2026-09-03T14:00:19.536" v="817" actId="478"/>
          <ac:spMkLst>
            <pc:docMk/>
            <pc:sldMk cId="1191149446" sldId="258"/>
            <ac:spMk id="34" creationId="{D360CE19-5099-A574-6D63-C8D299A36A62}"/>
          </ac:spMkLst>
        </pc:spChg>
        <pc:spChg chg="add mod">
          <ac:chgData name="Nate Rocks" userId="9139e2ceb00f3fb1" providerId="LiveId" clId="{859AD0D1-A73F-49AC-A4EB-511B3A8A25A2}" dt="2026-09-03T14:01:50.893" v="833" actId="1076"/>
          <ac:spMkLst>
            <pc:docMk/>
            <pc:sldMk cId="1191149446" sldId="258"/>
            <ac:spMk id="38" creationId="{D224A5B9-E48A-5068-1C41-F8752F687E9D}"/>
          </ac:spMkLst>
        </pc:spChg>
        <pc:spChg chg="add mod">
          <ac:chgData name="Nate Rocks" userId="9139e2ceb00f3fb1" providerId="LiveId" clId="{859AD0D1-A73F-49AC-A4EB-511B3A8A25A2}" dt="2026-09-03T14:01:50.893" v="833" actId="1076"/>
          <ac:spMkLst>
            <pc:docMk/>
            <pc:sldMk cId="1191149446" sldId="258"/>
            <ac:spMk id="39" creationId="{F778EB3B-CD24-894C-150C-05AA23D1DE13}"/>
          </ac:spMkLst>
        </pc:spChg>
        <pc:spChg chg="add mod">
          <ac:chgData name="Nate Rocks" userId="9139e2ceb00f3fb1" providerId="LiveId" clId="{859AD0D1-A73F-49AC-A4EB-511B3A8A25A2}" dt="2026-09-03T14:01:50.893" v="833" actId="1076"/>
          <ac:spMkLst>
            <pc:docMk/>
            <pc:sldMk cId="1191149446" sldId="258"/>
            <ac:spMk id="40" creationId="{8BDFD6AF-F54C-1D92-B7E4-90C4F7791436}"/>
          </ac:spMkLst>
        </pc:spChg>
        <pc:spChg chg="add mod">
          <ac:chgData name="Nate Rocks" userId="9139e2ceb00f3fb1" providerId="LiveId" clId="{859AD0D1-A73F-49AC-A4EB-511B3A8A25A2}" dt="2026-09-03T14:01:50.893" v="833" actId="1076"/>
          <ac:spMkLst>
            <pc:docMk/>
            <pc:sldMk cId="1191149446" sldId="258"/>
            <ac:spMk id="41" creationId="{7D27BDDC-BD21-64F0-3359-103BAF313A4A}"/>
          </ac:spMkLst>
        </pc:spChg>
        <pc:spChg chg="add del mod">
          <ac:chgData name="Nate Rocks" userId="9139e2ceb00f3fb1" providerId="LiveId" clId="{859AD0D1-A73F-49AC-A4EB-511B3A8A25A2}" dt="2026-09-04T18:28:08.473" v="1752" actId="478"/>
          <ac:spMkLst>
            <pc:docMk/>
            <pc:sldMk cId="1191149446" sldId="258"/>
            <ac:spMk id="54" creationId="{BB819A91-1A2C-9F6E-7C90-49201ABDF1A8}"/>
          </ac:spMkLst>
        </pc:spChg>
        <pc:spChg chg="add del mod">
          <ac:chgData name="Nate Rocks" userId="9139e2ceb00f3fb1" providerId="LiveId" clId="{859AD0D1-A73F-49AC-A4EB-511B3A8A25A2}" dt="2026-09-04T18:28:08.473" v="1752" actId="478"/>
          <ac:spMkLst>
            <pc:docMk/>
            <pc:sldMk cId="1191149446" sldId="258"/>
            <ac:spMk id="55" creationId="{EDB6A10C-C59E-5611-3B63-C3762716C650}"/>
          </ac:spMkLst>
        </pc:spChg>
        <pc:spChg chg="add del mod">
          <ac:chgData name="Nate Rocks" userId="9139e2ceb00f3fb1" providerId="LiveId" clId="{859AD0D1-A73F-49AC-A4EB-511B3A8A25A2}" dt="2026-09-04T18:28:06.807" v="1751" actId="478"/>
          <ac:spMkLst>
            <pc:docMk/>
            <pc:sldMk cId="1191149446" sldId="258"/>
            <ac:spMk id="65" creationId="{70DC12A2-64A2-B39F-1B95-D665FEA8F062}"/>
          </ac:spMkLst>
        </pc:spChg>
        <pc:spChg chg="add del mod">
          <ac:chgData name="Nate Rocks" userId="9139e2ceb00f3fb1" providerId="LiveId" clId="{859AD0D1-A73F-49AC-A4EB-511B3A8A25A2}" dt="2026-09-04T18:28:06.807" v="1751" actId="478"/>
          <ac:spMkLst>
            <pc:docMk/>
            <pc:sldMk cId="1191149446" sldId="258"/>
            <ac:spMk id="67" creationId="{512C8AE5-BEF5-93F0-5031-98608BCEA5B9}"/>
          </ac:spMkLst>
        </pc:spChg>
        <pc:spChg chg="add del mod">
          <ac:chgData name="Nate Rocks" userId="9139e2ceb00f3fb1" providerId="LiveId" clId="{859AD0D1-A73F-49AC-A4EB-511B3A8A25A2}" dt="2026-09-04T18:28:06.807" v="1751" actId="478"/>
          <ac:spMkLst>
            <pc:docMk/>
            <pc:sldMk cId="1191149446" sldId="258"/>
            <ac:spMk id="69" creationId="{6947E85A-EEDB-2F29-A661-D9A4168542D4}"/>
          </ac:spMkLst>
        </pc:spChg>
        <pc:spChg chg="add del mod">
          <ac:chgData name="Nate Rocks" userId="9139e2ceb00f3fb1" providerId="LiveId" clId="{859AD0D1-A73F-49AC-A4EB-511B3A8A25A2}" dt="2026-09-04T18:28:06.807" v="1751" actId="478"/>
          <ac:spMkLst>
            <pc:docMk/>
            <pc:sldMk cId="1191149446" sldId="258"/>
            <ac:spMk id="71" creationId="{D6D9BD45-3FBE-BA9B-FF36-DD68AA9CEEA9}"/>
          </ac:spMkLst>
        </pc:spChg>
        <pc:spChg chg="add del mod">
          <ac:chgData name="Nate Rocks" userId="9139e2ceb00f3fb1" providerId="LiveId" clId="{859AD0D1-A73F-49AC-A4EB-511B3A8A25A2}" dt="2026-09-04T18:28:06.807" v="1751" actId="478"/>
          <ac:spMkLst>
            <pc:docMk/>
            <pc:sldMk cId="1191149446" sldId="258"/>
            <ac:spMk id="73" creationId="{31C0D31A-2875-2416-D7BA-73366E636452}"/>
          </ac:spMkLst>
        </pc:spChg>
        <pc:grpChg chg="add del mod">
          <ac:chgData name="Nate Rocks" userId="9139e2ceb00f3fb1" providerId="LiveId" clId="{859AD0D1-A73F-49AC-A4EB-511B3A8A25A2}" dt="2026-09-03T13:44:45.913" v="73" actId="165"/>
          <ac:grpSpMkLst>
            <pc:docMk/>
            <pc:sldMk cId="1191149446" sldId="258"/>
            <ac:grpSpMk id="4" creationId="{6BFFBDFB-8C8D-F58B-3DCE-9909A46A815F}"/>
          </ac:grpSpMkLst>
        </pc:grpChg>
        <pc:grpChg chg="add mod topLvl">
          <ac:chgData name="Nate Rocks" userId="9139e2ceb00f3fb1" providerId="LiveId" clId="{859AD0D1-A73F-49AC-A4EB-511B3A8A25A2}" dt="2026-09-03T13:48:19.172" v="167" actId="12788"/>
          <ac:grpSpMkLst>
            <pc:docMk/>
            <pc:sldMk cId="1191149446" sldId="258"/>
            <ac:grpSpMk id="9" creationId="{90CD90B0-FDCA-EB30-44D0-242C42B69DE0}"/>
          </ac:grpSpMkLst>
        </pc:grpChg>
        <pc:grpChg chg="add del mod">
          <ac:chgData name="Nate Rocks" userId="9139e2ceb00f3fb1" providerId="LiveId" clId="{859AD0D1-A73F-49AC-A4EB-511B3A8A25A2}" dt="2026-09-03T13:48:11.320" v="166" actId="165"/>
          <ac:grpSpMkLst>
            <pc:docMk/>
            <pc:sldMk cId="1191149446" sldId="258"/>
            <ac:grpSpMk id="11" creationId="{6DCCD099-C66E-4275-823B-8E2BA003B163}"/>
          </ac:grpSpMkLst>
        </pc:grpChg>
        <pc:grpChg chg="add del mod">
          <ac:chgData name="Nate Rocks" userId="9139e2ceb00f3fb1" providerId="LiveId" clId="{859AD0D1-A73F-49AC-A4EB-511B3A8A25A2}" dt="2026-09-04T18:28:08.473" v="1752" actId="478"/>
          <ac:grpSpMkLst>
            <pc:docMk/>
            <pc:sldMk cId="1191149446" sldId="258"/>
            <ac:grpSpMk id="48" creationId="{C8E85E47-0903-141C-D99E-AD0180E1B0D6}"/>
          </ac:grpSpMkLst>
        </pc:grpChg>
        <pc:grpChg chg="del">
          <ac:chgData name="Nate Rocks" userId="9139e2ceb00f3fb1" providerId="LiveId" clId="{859AD0D1-A73F-49AC-A4EB-511B3A8A25A2}" dt="2026-09-03T14:00:18.063" v="816" actId="478"/>
          <ac:grpSpMkLst>
            <pc:docMk/>
            <pc:sldMk cId="1191149446" sldId="258"/>
            <ac:grpSpMk id="51" creationId="{FEA5C804-D0B3-CA81-7159-CE00605AF649}"/>
          </ac:grpSpMkLst>
        </pc:grpChg>
        <pc:picChg chg="del">
          <ac:chgData name="Nate Rocks" userId="9139e2ceb00f3fb1" providerId="LiveId" clId="{859AD0D1-A73F-49AC-A4EB-511B3A8A25A2}" dt="2026-09-03T14:00:18.063" v="816" actId="478"/>
          <ac:picMkLst>
            <pc:docMk/>
            <pc:sldMk cId="1191149446" sldId="258"/>
            <ac:picMk id="12" creationId="{F6E0DA48-D080-5D6C-0955-E0285A8CF54D}"/>
          </ac:picMkLst>
        </pc:picChg>
        <pc:picChg chg="del">
          <ac:chgData name="Nate Rocks" userId="9139e2ceb00f3fb1" providerId="LiveId" clId="{859AD0D1-A73F-49AC-A4EB-511B3A8A25A2}" dt="2026-09-03T14:00:18.063" v="816" actId="478"/>
          <ac:picMkLst>
            <pc:docMk/>
            <pc:sldMk cId="1191149446" sldId="258"/>
            <ac:picMk id="14" creationId="{2C4E9692-70CC-A8F4-8C96-E74B93C395B1}"/>
          </ac:picMkLst>
        </pc:picChg>
        <pc:picChg chg="del">
          <ac:chgData name="Nate Rocks" userId="9139e2ceb00f3fb1" providerId="LiveId" clId="{859AD0D1-A73F-49AC-A4EB-511B3A8A25A2}" dt="2026-09-03T14:00:18.063" v="816" actId="478"/>
          <ac:picMkLst>
            <pc:docMk/>
            <pc:sldMk cId="1191149446" sldId="258"/>
            <ac:picMk id="16" creationId="{055B94E0-9DE4-91AA-24F9-E80FE01BA09A}"/>
          </ac:picMkLst>
        </pc:picChg>
        <pc:picChg chg="del">
          <ac:chgData name="Nate Rocks" userId="9139e2ceb00f3fb1" providerId="LiveId" clId="{859AD0D1-A73F-49AC-A4EB-511B3A8A25A2}" dt="2026-09-03T14:00:18.063" v="816" actId="478"/>
          <ac:picMkLst>
            <pc:docMk/>
            <pc:sldMk cId="1191149446" sldId="258"/>
            <ac:picMk id="24" creationId="{EA397587-1FF3-ED36-F1C7-1464380E4AE3}"/>
          </ac:picMkLst>
        </pc:picChg>
        <pc:picChg chg="del mod">
          <ac:chgData name="Nate Rocks" userId="9139e2ceb00f3fb1" providerId="LiveId" clId="{859AD0D1-A73F-49AC-A4EB-511B3A8A25A2}" dt="2026-09-03T13:39:05.741" v="3" actId="478"/>
          <ac:picMkLst>
            <pc:docMk/>
            <pc:sldMk cId="1191149446" sldId="258"/>
            <ac:picMk id="31" creationId="{84C96484-90FD-4338-B057-99F7372B9109}"/>
          </ac:picMkLst>
        </pc:picChg>
        <pc:picChg chg="add mod">
          <ac:chgData name="Nate Rocks" userId="9139e2ceb00f3fb1" providerId="LiveId" clId="{859AD0D1-A73F-49AC-A4EB-511B3A8A25A2}" dt="2026-09-03T14:01:50.893" v="833" actId="1076"/>
          <ac:picMkLst>
            <pc:docMk/>
            <pc:sldMk cId="1191149446" sldId="258"/>
            <ac:picMk id="36" creationId="{4AFA1236-823E-B459-2FF9-C8CEFA693B04}"/>
          </ac:picMkLst>
        </pc:picChg>
        <pc:picChg chg="add mod">
          <ac:chgData name="Nate Rocks" userId="9139e2ceb00f3fb1" providerId="LiveId" clId="{859AD0D1-A73F-49AC-A4EB-511B3A8A25A2}" dt="2026-09-03T14:01:50.893" v="833" actId="1076"/>
          <ac:picMkLst>
            <pc:docMk/>
            <pc:sldMk cId="1191149446" sldId="258"/>
            <ac:picMk id="37" creationId="{0978B276-B5F3-CF43-FE10-EA6ABAEB57FB}"/>
          </ac:picMkLst>
        </pc:picChg>
        <pc:picChg chg="add mod">
          <ac:chgData name="Nate Rocks" userId="9139e2ceb00f3fb1" providerId="LiveId" clId="{859AD0D1-A73F-49AC-A4EB-511B3A8A25A2}" dt="2026-09-03T14:01:50.893" v="833" actId="1076"/>
          <ac:picMkLst>
            <pc:docMk/>
            <pc:sldMk cId="1191149446" sldId="258"/>
            <ac:picMk id="42" creationId="{E3FCE24C-75BE-4840-4C9B-FA748E5403EF}"/>
          </ac:picMkLst>
        </pc:picChg>
        <pc:picChg chg="add del mod">
          <ac:chgData name="Nate Rocks" userId="9139e2ceb00f3fb1" providerId="LiveId" clId="{859AD0D1-A73F-49AC-A4EB-511B3A8A25A2}" dt="2026-09-04T18:28:08.473" v="1752" actId="478"/>
          <ac:picMkLst>
            <pc:docMk/>
            <pc:sldMk cId="1191149446" sldId="258"/>
            <ac:picMk id="56" creationId="{98E392AD-E883-D468-D4C9-8031FC159B87}"/>
          </ac:picMkLst>
        </pc:picChg>
        <pc:picChg chg="add del mod">
          <ac:chgData name="Nate Rocks" userId="9139e2ceb00f3fb1" providerId="LiveId" clId="{859AD0D1-A73F-49AC-A4EB-511B3A8A25A2}" dt="2026-09-04T18:28:08.473" v="1752" actId="478"/>
          <ac:picMkLst>
            <pc:docMk/>
            <pc:sldMk cId="1191149446" sldId="258"/>
            <ac:picMk id="57" creationId="{743A3AE8-14EC-F5DB-F1DF-D1E3C5BED88D}"/>
          </ac:picMkLst>
        </pc:picChg>
        <pc:picChg chg="add del mod">
          <ac:chgData name="Nate Rocks" userId="9139e2ceb00f3fb1" providerId="LiveId" clId="{859AD0D1-A73F-49AC-A4EB-511B3A8A25A2}" dt="2026-09-04T18:28:08.473" v="1752" actId="478"/>
          <ac:picMkLst>
            <pc:docMk/>
            <pc:sldMk cId="1191149446" sldId="258"/>
            <ac:picMk id="58" creationId="{E8DBDF55-4D8F-B23B-BCD9-CE793907FCB5}"/>
          </ac:picMkLst>
        </pc:picChg>
        <pc:picChg chg="add del mod">
          <ac:chgData name="Nate Rocks" userId="9139e2ceb00f3fb1" providerId="LiveId" clId="{859AD0D1-A73F-49AC-A4EB-511B3A8A25A2}" dt="2026-09-04T18:28:08.473" v="1752" actId="478"/>
          <ac:picMkLst>
            <pc:docMk/>
            <pc:sldMk cId="1191149446" sldId="258"/>
            <ac:picMk id="59" creationId="{9F36C2E8-06C7-1538-7BCD-0AD759401F28}"/>
          </ac:picMkLst>
        </pc:picChg>
        <pc:cxnChg chg="del mod">
          <ac:chgData name="Nate Rocks" userId="9139e2ceb00f3fb1" providerId="LiveId" clId="{859AD0D1-A73F-49AC-A4EB-511B3A8A25A2}" dt="2026-09-03T14:00:18.063" v="816" actId="478"/>
          <ac:cxnSpMkLst>
            <pc:docMk/>
            <pc:sldMk cId="1191149446" sldId="258"/>
            <ac:cxnSpMk id="26" creationId="{9152F620-CB6A-828C-5144-B3035AC91E88}"/>
          </ac:cxnSpMkLst>
        </pc:cxnChg>
        <pc:cxnChg chg="mod">
          <ac:chgData name="Nate Rocks" userId="9139e2ceb00f3fb1" providerId="LiveId" clId="{859AD0D1-A73F-49AC-A4EB-511B3A8A25A2}" dt="2026-09-03T14:00:18.063" v="816" actId="478"/>
          <ac:cxnSpMkLst>
            <pc:docMk/>
            <pc:sldMk cId="1191149446" sldId="258"/>
            <ac:cxnSpMk id="32" creationId="{2921882B-8245-5C2E-1A77-689CA6D0A719}"/>
          </ac:cxnSpMkLst>
        </pc:cxnChg>
        <pc:cxnChg chg="del">
          <ac:chgData name="Nate Rocks" userId="9139e2ceb00f3fb1" providerId="LiveId" clId="{859AD0D1-A73F-49AC-A4EB-511B3A8A25A2}" dt="2026-09-03T14:00:18.063" v="816" actId="478"/>
          <ac:cxnSpMkLst>
            <pc:docMk/>
            <pc:sldMk cId="1191149446" sldId="258"/>
            <ac:cxnSpMk id="35" creationId="{5C79982E-F717-578C-045E-8B62D2C00148}"/>
          </ac:cxnSpMkLst>
        </pc:cxnChg>
        <pc:cxnChg chg="mod">
          <ac:chgData name="Nate Rocks" userId="9139e2ceb00f3fb1" providerId="LiveId" clId="{859AD0D1-A73F-49AC-A4EB-511B3A8A25A2}" dt="2026-09-03T14:03:27.124" v="848" actId="1076"/>
          <ac:cxnSpMkLst>
            <pc:docMk/>
            <pc:sldMk cId="1191149446" sldId="258"/>
            <ac:cxnSpMk id="47" creationId="{DB5C9313-1F38-5EB3-B9B7-A02830CB7A71}"/>
          </ac:cxnSpMkLst>
        </pc:cxnChg>
        <pc:cxnChg chg="mod">
          <ac:chgData name="Nate Rocks" userId="9139e2ceb00f3fb1" providerId="LiveId" clId="{859AD0D1-A73F-49AC-A4EB-511B3A8A25A2}" dt="2026-09-04T18:28:08.473" v="1752" actId="478"/>
          <ac:cxnSpMkLst>
            <pc:docMk/>
            <pc:sldMk cId="1191149446" sldId="258"/>
            <ac:cxnSpMk id="50" creationId="{41D9715B-E312-868C-68A0-9DE349123F33}"/>
          </ac:cxnSpMkLst>
        </pc:cxnChg>
        <pc:cxnChg chg="mod">
          <ac:chgData name="Nate Rocks" userId="9139e2ceb00f3fb1" providerId="LiveId" clId="{859AD0D1-A73F-49AC-A4EB-511B3A8A25A2}" dt="2026-09-04T18:28:08.473" v="1752" actId="478"/>
          <ac:cxnSpMkLst>
            <pc:docMk/>
            <pc:sldMk cId="1191149446" sldId="258"/>
            <ac:cxnSpMk id="52" creationId="{1B605C02-B5B6-95A3-46DE-92AA9590B786}"/>
          </ac:cxnSpMkLst>
        </pc:cxnChg>
        <pc:cxnChg chg="mod">
          <ac:chgData name="Nate Rocks" userId="9139e2ceb00f3fb1" providerId="LiveId" clId="{859AD0D1-A73F-49AC-A4EB-511B3A8A25A2}" dt="2026-09-04T18:28:08.473" v="1752" actId="478"/>
          <ac:cxnSpMkLst>
            <pc:docMk/>
            <pc:sldMk cId="1191149446" sldId="258"/>
            <ac:cxnSpMk id="53" creationId="{A70610F0-2C74-D657-F70E-387703EC506C}"/>
          </ac:cxnSpMkLst>
        </pc:cxnChg>
      </pc:sldChg>
      <pc:sldChg chg="addSp delSp modSp mod modTransition delAnim">
        <pc:chgData name="Nate Rocks" userId="9139e2ceb00f3fb1" providerId="LiveId" clId="{859AD0D1-A73F-49AC-A4EB-511B3A8A25A2}" dt="2026-09-04T18:32:03.604" v="1773" actId="208"/>
        <pc:sldMkLst>
          <pc:docMk/>
          <pc:sldMk cId="1763093390" sldId="259"/>
        </pc:sldMkLst>
        <pc:spChg chg="mod">
          <ac:chgData name="Nate Rocks" userId="9139e2ceb00f3fb1" providerId="LiveId" clId="{859AD0D1-A73F-49AC-A4EB-511B3A8A25A2}" dt="2026-09-03T13:56:51.917" v="788" actId="208"/>
          <ac:spMkLst>
            <pc:docMk/>
            <pc:sldMk cId="1763093390" sldId="259"/>
            <ac:spMk id="2" creationId="{C29A791B-7439-5932-BC15-16CB09AF46A4}"/>
          </ac:spMkLst>
        </pc:spChg>
        <pc:spChg chg="mod">
          <ac:chgData name="Nate Rocks" userId="9139e2ceb00f3fb1" providerId="LiveId" clId="{859AD0D1-A73F-49AC-A4EB-511B3A8A25A2}" dt="2026-09-03T13:56:32.884" v="785" actId="207"/>
          <ac:spMkLst>
            <pc:docMk/>
            <pc:sldMk cId="1763093390" sldId="259"/>
            <ac:spMk id="5" creationId="{FDEA8205-AB25-DDC7-DEA9-AAC12D56519E}"/>
          </ac:spMkLst>
        </pc:spChg>
        <pc:spChg chg="mod">
          <ac:chgData name="Nate Rocks" userId="9139e2ceb00f3fb1" providerId="LiveId" clId="{859AD0D1-A73F-49AC-A4EB-511B3A8A25A2}" dt="2026-09-03T13:56:09.852" v="784" actId="1076"/>
          <ac:spMkLst>
            <pc:docMk/>
            <pc:sldMk cId="1763093390" sldId="259"/>
            <ac:spMk id="6" creationId="{23755EEA-19DD-E9C9-7027-91CC3A0CA3F2}"/>
          </ac:spMkLst>
        </pc:spChg>
        <pc:spChg chg="del">
          <ac:chgData name="Nate Rocks" userId="9139e2ceb00f3fb1" providerId="LiveId" clId="{859AD0D1-A73F-49AC-A4EB-511B3A8A25A2}" dt="2026-09-03T13:49:20.886" v="171" actId="478"/>
          <ac:spMkLst>
            <pc:docMk/>
            <pc:sldMk cId="1763093390" sldId="259"/>
            <ac:spMk id="7" creationId="{646C08B2-26DA-E82D-1312-1C400BF915F1}"/>
          </ac:spMkLst>
        </pc:spChg>
        <pc:spChg chg="mod">
          <ac:chgData name="Nate Rocks" userId="9139e2ceb00f3fb1" providerId="LiveId" clId="{859AD0D1-A73F-49AC-A4EB-511B3A8A25A2}" dt="2026-09-04T18:29:58.730" v="1756" actId="13926"/>
          <ac:spMkLst>
            <pc:docMk/>
            <pc:sldMk cId="1763093390" sldId="259"/>
            <ac:spMk id="8" creationId="{981F11D6-5437-96D4-6ED1-E1E822AEFD6F}"/>
          </ac:spMkLst>
        </pc:spChg>
        <pc:spChg chg="mod">
          <ac:chgData name="Nate Rocks" userId="9139e2ceb00f3fb1" providerId="LiveId" clId="{859AD0D1-A73F-49AC-A4EB-511B3A8A25A2}" dt="2026-09-04T04:34:44.595" v="1340" actId="2711"/>
          <ac:spMkLst>
            <pc:docMk/>
            <pc:sldMk cId="1763093390" sldId="259"/>
            <ac:spMk id="10" creationId="{B80792E0-8E41-9DFF-59A5-2C99061F5F50}"/>
          </ac:spMkLst>
        </pc:spChg>
        <pc:spChg chg="mod">
          <ac:chgData name="Nate Rocks" userId="9139e2ceb00f3fb1" providerId="LiveId" clId="{859AD0D1-A73F-49AC-A4EB-511B3A8A25A2}" dt="2026-09-04T04:34:47.707" v="1341" actId="2711"/>
          <ac:spMkLst>
            <pc:docMk/>
            <pc:sldMk cId="1763093390" sldId="259"/>
            <ac:spMk id="13" creationId="{401527E9-98FB-B67D-7CAB-F9F6D02F5AF0}"/>
          </ac:spMkLst>
        </pc:spChg>
        <pc:spChg chg="mod">
          <ac:chgData name="Nate Rocks" userId="9139e2ceb00f3fb1" providerId="LiveId" clId="{859AD0D1-A73F-49AC-A4EB-511B3A8A25A2}" dt="2026-09-04T04:34:55.251" v="1343" actId="14100"/>
          <ac:spMkLst>
            <pc:docMk/>
            <pc:sldMk cId="1763093390" sldId="259"/>
            <ac:spMk id="15" creationId="{209461DF-6A30-2CC4-2A68-03808D351123}"/>
          </ac:spMkLst>
        </pc:spChg>
        <pc:spChg chg="del">
          <ac:chgData name="Nate Rocks" userId="9139e2ceb00f3fb1" providerId="LiveId" clId="{859AD0D1-A73F-49AC-A4EB-511B3A8A25A2}" dt="2026-09-03T14:00:13.608" v="815" actId="478"/>
          <ac:spMkLst>
            <pc:docMk/>
            <pc:sldMk cId="1763093390" sldId="259"/>
            <ac:spMk id="30" creationId="{3D5D21C3-FB0C-B5DF-9482-BF5399A11434}"/>
          </ac:spMkLst>
        </pc:spChg>
        <pc:spChg chg="del">
          <ac:chgData name="Nate Rocks" userId="9139e2ceb00f3fb1" providerId="LiveId" clId="{859AD0D1-A73F-49AC-A4EB-511B3A8A25A2}" dt="2026-09-03T14:00:13.608" v="815" actId="478"/>
          <ac:spMkLst>
            <pc:docMk/>
            <pc:sldMk cId="1763093390" sldId="259"/>
            <ac:spMk id="31" creationId="{5D945F6C-8B04-380C-0E64-BB46D7732974}"/>
          </ac:spMkLst>
        </pc:spChg>
        <pc:spChg chg="del">
          <ac:chgData name="Nate Rocks" userId="9139e2ceb00f3fb1" providerId="LiveId" clId="{859AD0D1-A73F-49AC-A4EB-511B3A8A25A2}" dt="2026-09-03T14:00:13.608" v="815" actId="478"/>
          <ac:spMkLst>
            <pc:docMk/>
            <pc:sldMk cId="1763093390" sldId="259"/>
            <ac:spMk id="33" creationId="{54D4C143-99D5-FD5E-A6C9-D106A7A1AE69}"/>
          </ac:spMkLst>
        </pc:spChg>
        <pc:spChg chg="del">
          <ac:chgData name="Nate Rocks" userId="9139e2ceb00f3fb1" providerId="LiveId" clId="{859AD0D1-A73F-49AC-A4EB-511B3A8A25A2}" dt="2026-09-03T14:00:13.608" v="815" actId="478"/>
          <ac:spMkLst>
            <pc:docMk/>
            <pc:sldMk cId="1763093390" sldId="259"/>
            <ac:spMk id="34" creationId="{FE5DD704-0622-836F-21A2-8AF7012809CD}"/>
          </ac:spMkLst>
        </pc:spChg>
        <pc:spChg chg="mod">
          <ac:chgData name="Nate Rocks" userId="9139e2ceb00f3fb1" providerId="LiveId" clId="{859AD0D1-A73F-49AC-A4EB-511B3A8A25A2}" dt="2026-09-03T14:00:23.717" v="818"/>
          <ac:spMkLst>
            <pc:docMk/>
            <pc:sldMk cId="1763093390" sldId="259"/>
            <ac:spMk id="41" creationId="{94DE4290-3226-48BD-FBFC-D88445C9C89B}"/>
          </ac:spMkLst>
        </pc:spChg>
        <pc:spChg chg="mod">
          <ac:chgData name="Nate Rocks" userId="9139e2ceb00f3fb1" providerId="LiveId" clId="{859AD0D1-A73F-49AC-A4EB-511B3A8A25A2}" dt="2026-09-03T14:00:23.717" v="818"/>
          <ac:spMkLst>
            <pc:docMk/>
            <pc:sldMk cId="1763093390" sldId="259"/>
            <ac:spMk id="42" creationId="{8E8D903F-5C61-5963-68A6-078335ADD102}"/>
          </ac:spMkLst>
        </pc:spChg>
        <pc:spChg chg="add del mod">
          <ac:chgData name="Nate Rocks" userId="9139e2ceb00f3fb1" providerId="LiveId" clId="{859AD0D1-A73F-49AC-A4EB-511B3A8A25A2}" dt="2026-09-04T18:28:20.780" v="1753" actId="478"/>
          <ac:spMkLst>
            <pc:docMk/>
            <pc:sldMk cId="1763093390" sldId="259"/>
            <ac:spMk id="43" creationId="{F9259BE2-DAD7-91B8-7007-B8841AE8F7A7}"/>
          </ac:spMkLst>
        </pc:spChg>
        <pc:spChg chg="add del mod">
          <ac:chgData name="Nate Rocks" userId="9139e2ceb00f3fb1" providerId="LiveId" clId="{859AD0D1-A73F-49AC-A4EB-511B3A8A25A2}" dt="2026-09-04T18:28:20.780" v="1753" actId="478"/>
          <ac:spMkLst>
            <pc:docMk/>
            <pc:sldMk cId="1763093390" sldId="259"/>
            <ac:spMk id="44" creationId="{6FEA50A0-40F5-6EE7-5AE7-9CF5F8FCDC5C}"/>
          </ac:spMkLst>
        </pc:spChg>
        <pc:grpChg chg="add del mod">
          <ac:chgData name="Nate Rocks" userId="9139e2ceb00f3fb1" providerId="LiveId" clId="{859AD0D1-A73F-49AC-A4EB-511B3A8A25A2}" dt="2026-09-04T18:28:20.780" v="1753" actId="478"/>
          <ac:grpSpMkLst>
            <pc:docMk/>
            <pc:sldMk cId="1763093390" sldId="259"/>
            <ac:grpSpMk id="40" creationId="{6519D09F-6416-0FD8-D68F-4B078458ABBA}"/>
          </ac:grpSpMkLst>
        </pc:grpChg>
        <pc:grpChg chg="add del mod">
          <ac:chgData name="Nate Rocks" userId="9139e2ceb00f3fb1" providerId="LiveId" clId="{859AD0D1-A73F-49AC-A4EB-511B3A8A25A2}" dt="2026-09-03T13:56:09.852" v="784" actId="1076"/>
          <ac:grpSpMkLst>
            <pc:docMk/>
            <pc:sldMk cId="1763093390" sldId="259"/>
            <ac:grpSpMk id="51" creationId="{EB57EEBE-2643-5F3B-075E-F135CF920E78}"/>
          </ac:grpSpMkLst>
        </pc:grpChg>
        <pc:picChg chg="del">
          <ac:chgData name="Nate Rocks" userId="9139e2ceb00f3fb1" providerId="LiveId" clId="{859AD0D1-A73F-49AC-A4EB-511B3A8A25A2}" dt="2026-09-03T13:49:23.244" v="172" actId="478"/>
          <ac:picMkLst>
            <pc:docMk/>
            <pc:sldMk cId="1763093390" sldId="259"/>
            <ac:picMk id="4" creationId="{CE2AD612-A70E-EECF-2F2E-F3AE4BDEA340}"/>
          </ac:picMkLst>
        </pc:picChg>
        <pc:picChg chg="add mod">
          <ac:chgData name="Nate Rocks" userId="9139e2ceb00f3fb1" providerId="LiveId" clId="{859AD0D1-A73F-49AC-A4EB-511B3A8A25A2}" dt="2026-09-03T13:56:09.852" v="784" actId="1076"/>
          <ac:picMkLst>
            <pc:docMk/>
            <pc:sldMk cId="1763093390" sldId="259"/>
            <ac:picMk id="11" creationId="{240D87F0-A936-FFD4-E4C3-669454E2083E}"/>
          </ac:picMkLst>
        </pc:picChg>
        <pc:picChg chg="del mod">
          <ac:chgData name="Nate Rocks" userId="9139e2ceb00f3fb1" providerId="LiveId" clId="{859AD0D1-A73F-49AC-A4EB-511B3A8A25A2}" dt="2026-09-04T04:45:06.994" v="1433" actId="478"/>
          <ac:picMkLst>
            <pc:docMk/>
            <pc:sldMk cId="1763093390" sldId="259"/>
            <ac:picMk id="12" creationId="{EA89BDF3-CC36-DFF6-1CC4-AE96C2A01569}"/>
          </ac:picMkLst>
        </pc:picChg>
        <pc:picChg chg="del mod">
          <ac:chgData name="Nate Rocks" userId="9139e2ceb00f3fb1" providerId="LiveId" clId="{859AD0D1-A73F-49AC-A4EB-511B3A8A25A2}" dt="2026-09-04T04:30:40.259" v="1332" actId="478"/>
          <ac:picMkLst>
            <pc:docMk/>
            <pc:sldMk cId="1763093390" sldId="259"/>
            <ac:picMk id="14" creationId="{E109C639-B8CE-9D0A-F6EF-455286F19051}"/>
          </ac:picMkLst>
        </pc:picChg>
        <pc:picChg chg="del mod">
          <ac:chgData name="Nate Rocks" userId="9139e2ceb00f3fb1" providerId="LiveId" clId="{859AD0D1-A73F-49AC-A4EB-511B3A8A25A2}" dt="2026-09-03T15:11:07.566" v="1234" actId="478"/>
          <ac:picMkLst>
            <pc:docMk/>
            <pc:sldMk cId="1763093390" sldId="259"/>
            <ac:picMk id="16" creationId="{9F7552E2-20D8-5CD0-BD38-9335ABA6A4FC}"/>
          </ac:picMkLst>
        </pc:picChg>
        <pc:picChg chg="add del mod">
          <ac:chgData name="Nate Rocks" userId="9139e2ceb00f3fb1" providerId="LiveId" clId="{859AD0D1-A73F-49AC-A4EB-511B3A8A25A2}" dt="2026-09-03T13:53:11.631" v="762" actId="478"/>
          <ac:picMkLst>
            <pc:docMk/>
            <pc:sldMk cId="1763093390" sldId="259"/>
            <ac:picMk id="18" creationId="{FF4B3EA7-0C70-35BB-5EDD-1407DEDAE0B7}"/>
          </ac:picMkLst>
        </pc:picChg>
        <pc:picChg chg="add del mod">
          <ac:chgData name="Nate Rocks" userId="9139e2ceb00f3fb1" providerId="LiveId" clId="{859AD0D1-A73F-49AC-A4EB-511B3A8A25A2}" dt="2026-09-03T14:22:03.721" v="1067" actId="478"/>
          <ac:picMkLst>
            <pc:docMk/>
            <pc:sldMk cId="1763093390" sldId="259"/>
            <ac:picMk id="53" creationId="{E9179E20-B60F-5285-A797-E54DB451EDD1}"/>
          </ac:picMkLst>
        </pc:picChg>
        <pc:picChg chg="add del mod modCrop">
          <ac:chgData name="Nate Rocks" userId="9139e2ceb00f3fb1" providerId="LiveId" clId="{859AD0D1-A73F-49AC-A4EB-511B3A8A25A2}" dt="2026-09-03T14:43:41.113" v="1158" actId="478"/>
          <ac:picMkLst>
            <pc:docMk/>
            <pc:sldMk cId="1763093390" sldId="259"/>
            <ac:picMk id="55" creationId="{8BEFC3EB-A0FA-AAB8-E41B-9095CDF1082C}"/>
          </ac:picMkLst>
        </pc:picChg>
        <pc:picChg chg="add">
          <ac:chgData name="Nate Rocks" userId="9139e2ceb00f3fb1" providerId="LiveId" clId="{859AD0D1-A73F-49AC-A4EB-511B3A8A25A2}" dt="2026-09-03T15:11:07.811" v="1235" actId="22"/>
          <ac:picMkLst>
            <pc:docMk/>
            <pc:sldMk cId="1763093390" sldId="259"/>
            <ac:picMk id="57" creationId="{F954F875-7BF6-B00E-DCA6-99CDAD36A700}"/>
          </ac:picMkLst>
        </pc:picChg>
        <pc:picChg chg="add">
          <ac:chgData name="Nate Rocks" userId="9139e2ceb00f3fb1" providerId="LiveId" clId="{859AD0D1-A73F-49AC-A4EB-511B3A8A25A2}" dt="2026-09-04T04:30:41.205" v="1333" actId="22"/>
          <ac:picMkLst>
            <pc:docMk/>
            <pc:sldMk cId="1763093390" sldId="259"/>
            <ac:picMk id="59" creationId="{E474A5B8-F0FD-61DE-651B-113AFFAA5FBF}"/>
          </ac:picMkLst>
        </pc:picChg>
        <pc:picChg chg="add">
          <ac:chgData name="Nate Rocks" userId="9139e2ceb00f3fb1" providerId="LiveId" clId="{859AD0D1-A73F-49AC-A4EB-511B3A8A25A2}" dt="2026-09-04T04:45:07.920" v="1434" actId="22"/>
          <ac:picMkLst>
            <pc:docMk/>
            <pc:sldMk cId="1763093390" sldId="259"/>
            <ac:picMk id="61" creationId="{38D5E76D-2EB0-27F7-93EA-9677F2AF44B7}"/>
          </ac:picMkLst>
        </pc:picChg>
        <pc:cxnChg chg="mod ord">
          <ac:chgData name="Nate Rocks" userId="9139e2ceb00f3fb1" providerId="LiveId" clId="{859AD0D1-A73F-49AC-A4EB-511B3A8A25A2}" dt="2026-09-04T18:32:03.604" v="1773" actId="208"/>
          <ac:cxnSpMkLst>
            <pc:docMk/>
            <pc:sldMk cId="1763093390" sldId="259"/>
            <ac:cxnSpMk id="9" creationId="{334608D7-8E22-3EFC-590E-092B9878C4EA}"/>
          </ac:cxnSpMkLst>
        </pc:cxnChg>
        <pc:cxnChg chg="mod topLvl">
          <ac:chgData name="Nate Rocks" userId="9139e2ceb00f3fb1" providerId="LiveId" clId="{859AD0D1-A73F-49AC-A4EB-511B3A8A25A2}" dt="2026-09-03T13:56:09.852" v="784" actId="1076"/>
          <ac:cxnSpMkLst>
            <pc:docMk/>
            <pc:sldMk cId="1763093390" sldId="259"/>
            <ac:cxnSpMk id="20" creationId="{AD923374-0F9D-861A-2242-00F806CE5607}"/>
          </ac:cxnSpMkLst>
        </pc:cxnChg>
        <pc:cxnChg chg="mod topLvl">
          <ac:chgData name="Nate Rocks" userId="9139e2ceb00f3fb1" providerId="LiveId" clId="{859AD0D1-A73F-49AC-A4EB-511B3A8A25A2}" dt="2026-09-03T13:51:19.888" v="747" actId="2085"/>
          <ac:cxnSpMkLst>
            <pc:docMk/>
            <pc:sldMk cId="1763093390" sldId="259"/>
            <ac:cxnSpMk id="23" creationId="{8D2F7626-FB7D-80E1-CF5C-53B6E5C3187C}"/>
          </ac:cxnSpMkLst>
        </pc:cxnChg>
        <pc:cxnChg chg="mod topLvl">
          <ac:chgData name="Nate Rocks" userId="9139e2ceb00f3fb1" providerId="LiveId" clId="{859AD0D1-A73F-49AC-A4EB-511B3A8A25A2}" dt="2026-09-03T13:56:09.852" v="784" actId="1076"/>
          <ac:cxnSpMkLst>
            <pc:docMk/>
            <pc:sldMk cId="1763093390" sldId="259"/>
            <ac:cxnSpMk id="28" creationId="{66A7E633-C00B-2C0B-D2D3-45FB0D121DF2}"/>
          </ac:cxnSpMkLst>
        </pc:cxnChg>
        <pc:cxnChg chg="mod topLvl">
          <ac:chgData name="Nate Rocks" userId="9139e2ceb00f3fb1" providerId="LiveId" clId="{859AD0D1-A73F-49AC-A4EB-511B3A8A25A2}" dt="2026-09-03T13:56:09.852" v="784" actId="1076"/>
          <ac:cxnSpMkLst>
            <pc:docMk/>
            <pc:sldMk cId="1763093390" sldId="259"/>
            <ac:cxnSpMk id="32" creationId="{68F17D3D-87EC-6BFF-1F58-D20968C50CAA}"/>
          </ac:cxnSpMkLst>
        </pc:cxnChg>
      </pc:sldChg>
      <pc:sldChg chg="add del modTransition">
        <pc:chgData name="Nate Rocks" userId="9139e2ceb00f3fb1" providerId="LiveId" clId="{859AD0D1-A73F-49AC-A4EB-511B3A8A25A2}" dt="2026-09-03T15:14:35.533" v="1261" actId="47"/>
        <pc:sldMkLst>
          <pc:docMk/>
          <pc:sldMk cId="1718388125" sldId="260"/>
        </pc:sldMkLst>
      </pc:sldChg>
      <pc:sldChg chg="addSp delSp modSp add del mod modTransition">
        <pc:chgData name="Nate Rocks" userId="9139e2ceb00f3fb1" providerId="LiveId" clId="{859AD0D1-A73F-49AC-A4EB-511B3A8A25A2}" dt="2026-09-04T04:31:25.052" v="1334" actId="47"/>
        <pc:sldMkLst>
          <pc:docMk/>
          <pc:sldMk cId="1747265778" sldId="261"/>
        </pc:sldMkLst>
        <pc:picChg chg="add mod">
          <ac:chgData name="Nate Rocks" userId="9139e2ceb00f3fb1" providerId="LiveId" clId="{859AD0D1-A73F-49AC-A4EB-511B3A8A25A2}" dt="2026-09-03T15:17:15.234" v="1297" actId="1076"/>
          <ac:picMkLst>
            <pc:docMk/>
            <pc:sldMk cId="1747265778" sldId="261"/>
            <ac:picMk id="7" creationId="{8342188B-0F18-88E4-3432-F513DCEC846D}"/>
          </ac:picMkLst>
        </pc:picChg>
        <pc:picChg chg="del">
          <ac:chgData name="Nate Rocks" userId="9139e2ceb00f3fb1" providerId="LiveId" clId="{859AD0D1-A73F-49AC-A4EB-511B3A8A25A2}" dt="2026-09-03T15:17:08.694" v="1296" actId="478"/>
          <ac:picMkLst>
            <pc:docMk/>
            <pc:sldMk cId="1747265778" sldId="261"/>
            <ac:picMk id="14" creationId="{30CC549F-C7C7-6CCB-18B5-B68597DD4599}"/>
          </ac:picMkLst>
        </pc:picChg>
      </pc:sldChg>
      <pc:sldChg chg="del">
        <pc:chgData name="Nate Rocks" userId="9139e2ceb00f3fb1" providerId="LiveId" clId="{859AD0D1-A73F-49AC-A4EB-511B3A8A25A2}" dt="2026-09-03T13:39:19.593" v="4" actId="47"/>
        <pc:sldMkLst>
          <pc:docMk/>
          <pc:sldMk cId="119543400" sldId="262"/>
        </pc:sldMkLst>
      </pc:sldChg>
      <pc:sldChg chg="del">
        <pc:chgData name="Nate Rocks" userId="9139e2ceb00f3fb1" providerId="LiveId" clId="{859AD0D1-A73F-49AC-A4EB-511B3A8A25A2}" dt="2026-09-03T13:39:19.593" v="4" actId="47"/>
        <pc:sldMkLst>
          <pc:docMk/>
          <pc:sldMk cId="4101794454" sldId="263"/>
        </pc:sldMkLst>
      </pc:sldChg>
      <pc:sldChg chg="add del modTransition">
        <pc:chgData name="Nate Rocks" userId="9139e2ceb00f3fb1" providerId="LiveId" clId="{859AD0D1-A73F-49AC-A4EB-511B3A8A25A2}" dt="2026-09-04T04:42:19.674" v="1399" actId="47"/>
        <pc:sldMkLst>
          <pc:docMk/>
          <pc:sldMk cId="2993920658" sldId="264"/>
        </pc:sldMkLst>
      </pc:sldChg>
      <pc:sldChg chg="del">
        <pc:chgData name="Nate Rocks" userId="9139e2ceb00f3fb1" providerId="LiveId" clId="{859AD0D1-A73F-49AC-A4EB-511B3A8A25A2}" dt="2026-09-03T13:39:24.714" v="5" actId="47"/>
        <pc:sldMkLst>
          <pc:docMk/>
          <pc:sldMk cId="2330996581" sldId="265"/>
        </pc:sldMkLst>
      </pc:sldChg>
      <pc:sldChg chg="del">
        <pc:chgData name="Nate Rocks" userId="9139e2ceb00f3fb1" providerId="LiveId" clId="{859AD0D1-A73F-49AC-A4EB-511B3A8A25A2}" dt="2026-09-03T13:39:24.714" v="5" actId="47"/>
        <pc:sldMkLst>
          <pc:docMk/>
          <pc:sldMk cId="2914956178" sldId="266"/>
        </pc:sldMkLst>
      </pc:sldChg>
      <pc:sldChg chg="add del modTransition">
        <pc:chgData name="Nate Rocks" userId="9139e2ceb00f3fb1" providerId="LiveId" clId="{859AD0D1-A73F-49AC-A4EB-511B3A8A25A2}" dt="2026-09-03T15:14:14.867" v="1257" actId="47"/>
        <pc:sldMkLst>
          <pc:docMk/>
          <pc:sldMk cId="3170595707" sldId="267"/>
        </pc:sldMkLst>
      </pc:sldChg>
      <pc:sldChg chg="addSp delSp modSp add mod modTransition">
        <pc:chgData name="Nate Rocks" userId="9139e2ceb00f3fb1" providerId="LiveId" clId="{859AD0D1-A73F-49AC-A4EB-511B3A8A25A2}" dt="2026-09-04T18:32:03.204" v="1772" actId="208"/>
        <pc:sldMkLst>
          <pc:docMk/>
          <pc:sldMk cId="259016907" sldId="268"/>
        </pc:sldMkLst>
        <pc:spChg chg="add ord">
          <ac:chgData name="Nate Rocks" userId="9139e2ceb00f3fb1" providerId="LiveId" clId="{859AD0D1-A73F-49AC-A4EB-511B3A8A25A2}" dt="2026-09-03T14:29:32.096" v="1108" actId="167"/>
          <ac:spMkLst>
            <pc:docMk/>
            <pc:sldMk cId="259016907" sldId="268"/>
            <ac:spMk id="4" creationId="{573EB253-A03A-78E6-E957-D76DD1B06FBF}"/>
          </ac:spMkLst>
        </pc:spChg>
        <pc:spChg chg="del mod">
          <ac:chgData name="Nate Rocks" userId="9139e2ceb00f3fb1" providerId="LiveId" clId="{859AD0D1-A73F-49AC-A4EB-511B3A8A25A2}" dt="2026-09-03T14:29:27.496" v="1106" actId="478"/>
          <ac:spMkLst>
            <pc:docMk/>
            <pc:sldMk cId="259016907" sldId="268"/>
            <ac:spMk id="5" creationId="{4FAF41E6-CE19-2AE3-52B8-60937D54A10B}"/>
          </ac:spMkLst>
        </pc:spChg>
        <pc:spChg chg="mod">
          <ac:chgData name="Nate Rocks" userId="9139e2ceb00f3fb1" providerId="LiveId" clId="{859AD0D1-A73F-49AC-A4EB-511B3A8A25A2}" dt="2026-09-04T18:30:04.144" v="1757" actId="13926"/>
          <ac:spMkLst>
            <pc:docMk/>
            <pc:sldMk cId="259016907" sldId="268"/>
            <ac:spMk id="8" creationId="{EB2547A2-9A5F-0C26-DBF2-3DBBB5467DBD}"/>
          </ac:spMkLst>
        </pc:spChg>
        <pc:spChg chg="mod">
          <ac:chgData name="Nate Rocks" userId="9139e2ceb00f3fb1" providerId="LiveId" clId="{859AD0D1-A73F-49AC-A4EB-511B3A8A25A2}" dt="2026-09-04T04:36:02.053" v="1357" actId="1076"/>
          <ac:spMkLst>
            <pc:docMk/>
            <pc:sldMk cId="259016907" sldId="268"/>
            <ac:spMk id="10" creationId="{0D62354C-B39B-2547-A9EC-7BE8D13AA362}"/>
          </ac:spMkLst>
        </pc:spChg>
        <pc:spChg chg="mod">
          <ac:chgData name="Nate Rocks" userId="9139e2ceb00f3fb1" providerId="LiveId" clId="{859AD0D1-A73F-49AC-A4EB-511B3A8A25A2}" dt="2026-09-04T04:36:02.053" v="1357" actId="1076"/>
          <ac:spMkLst>
            <pc:docMk/>
            <pc:sldMk cId="259016907" sldId="268"/>
            <ac:spMk id="13" creationId="{D5B6C46F-3861-16E2-E731-6C939A3C5D80}"/>
          </ac:spMkLst>
        </pc:spChg>
        <pc:spChg chg="mod">
          <ac:chgData name="Nate Rocks" userId="9139e2ceb00f3fb1" providerId="LiveId" clId="{859AD0D1-A73F-49AC-A4EB-511B3A8A25A2}" dt="2026-09-04T04:36:02.053" v="1357" actId="1076"/>
          <ac:spMkLst>
            <pc:docMk/>
            <pc:sldMk cId="259016907" sldId="268"/>
            <ac:spMk id="15" creationId="{80625DF2-4788-B150-BB3D-6E9CE87DE6A9}"/>
          </ac:spMkLst>
        </pc:spChg>
        <pc:spChg chg="del">
          <ac:chgData name="Nate Rocks" userId="9139e2ceb00f3fb1" providerId="LiveId" clId="{859AD0D1-A73F-49AC-A4EB-511B3A8A25A2}" dt="2026-09-03T14:07:13.889" v="887" actId="478"/>
          <ac:spMkLst>
            <pc:docMk/>
            <pc:sldMk cId="259016907" sldId="268"/>
            <ac:spMk id="43" creationId="{8FB4DCEA-5765-C1BF-8FB0-B878C4635CC3}"/>
          </ac:spMkLst>
        </pc:spChg>
        <pc:spChg chg="del">
          <ac:chgData name="Nate Rocks" userId="9139e2ceb00f3fb1" providerId="LiveId" clId="{859AD0D1-A73F-49AC-A4EB-511B3A8A25A2}" dt="2026-09-03T14:07:13.889" v="887" actId="478"/>
          <ac:spMkLst>
            <pc:docMk/>
            <pc:sldMk cId="259016907" sldId="268"/>
            <ac:spMk id="44" creationId="{8018765F-63ED-0DA4-555B-93DBB54EF240}"/>
          </ac:spMkLst>
        </pc:spChg>
        <pc:grpChg chg="del">
          <ac:chgData name="Nate Rocks" userId="9139e2ceb00f3fb1" providerId="LiveId" clId="{859AD0D1-A73F-49AC-A4EB-511B3A8A25A2}" dt="2026-09-03T14:07:13.889" v="887" actId="478"/>
          <ac:grpSpMkLst>
            <pc:docMk/>
            <pc:sldMk cId="259016907" sldId="268"/>
            <ac:grpSpMk id="40" creationId="{9EC036B3-DAA8-6148-26CB-CE64C886B369}"/>
          </ac:grpSpMkLst>
        </pc:grpChg>
        <pc:picChg chg="del">
          <ac:chgData name="Nate Rocks" userId="9139e2ceb00f3fb1" providerId="LiveId" clId="{859AD0D1-A73F-49AC-A4EB-511B3A8A25A2}" dt="2026-09-04T04:45:03.599" v="1431" actId="478"/>
          <ac:picMkLst>
            <pc:docMk/>
            <pc:sldMk cId="259016907" sldId="268"/>
            <ac:picMk id="12" creationId="{CD8E3F41-F4B8-0CF3-479B-2A4037CD3A4A}"/>
          </ac:picMkLst>
        </pc:picChg>
        <pc:picChg chg="del">
          <ac:chgData name="Nate Rocks" userId="9139e2ceb00f3fb1" providerId="LiveId" clId="{859AD0D1-A73F-49AC-A4EB-511B3A8A25A2}" dt="2026-09-04T04:30:36.159" v="1330" actId="478"/>
          <ac:picMkLst>
            <pc:docMk/>
            <pc:sldMk cId="259016907" sldId="268"/>
            <ac:picMk id="14" creationId="{E775FF02-C680-261C-AA41-09DE60D34DAD}"/>
          </ac:picMkLst>
        </pc:picChg>
        <pc:picChg chg="del">
          <ac:chgData name="Nate Rocks" userId="9139e2ceb00f3fb1" providerId="LiveId" clId="{859AD0D1-A73F-49AC-A4EB-511B3A8A25A2}" dt="2026-09-03T15:11:03.003" v="1232" actId="478"/>
          <ac:picMkLst>
            <pc:docMk/>
            <pc:sldMk cId="259016907" sldId="268"/>
            <ac:picMk id="16" creationId="{3B10F830-6750-CC46-C1E0-2A2C5DCCBC02}"/>
          </ac:picMkLst>
        </pc:picChg>
        <pc:picChg chg="add">
          <ac:chgData name="Nate Rocks" userId="9139e2ceb00f3fb1" providerId="LiveId" clId="{859AD0D1-A73F-49AC-A4EB-511B3A8A25A2}" dt="2026-09-03T15:11:03.285" v="1233" actId="22"/>
          <ac:picMkLst>
            <pc:docMk/>
            <pc:sldMk cId="259016907" sldId="268"/>
            <ac:picMk id="17" creationId="{27F7D182-0205-92A9-FB7B-23E9938CAFEB}"/>
          </ac:picMkLst>
        </pc:picChg>
        <pc:picChg chg="add">
          <ac:chgData name="Nate Rocks" userId="9139e2ceb00f3fb1" providerId="LiveId" clId="{859AD0D1-A73F-49AC-A4EB-511B3A8A25A2}" dt="2026-09-04T04:30:36.474" v="1331" actId="22"/>
          <ac:picMkLst>
            <pc:docMk/>
            <pc:sldMk cId="259016907" sldId="268"/>
            <ac:picMk id="19" creationId="{86E02FF0-2A2C-47D0-8C86-50EF4E29DB9D}"/>
          </ac:picMkLst>
        </pc:picChg>
        <pc:picChg chg="add">
          <ac:chgData name="Nate Rocks" userId="9139e2ceb00f3fb1" providerId="LiveId" clId="{859AD0D1-A73F-49AC-A4EB-511B3A8A25A2}" dt="2026-09-04T04:45:04.751" v="1432" actId="22"/>
          <ac:picMkLst>
            <pc:docMk/>
            <pc:sldMk cId="259016907" sldId="268"/>
            <ac:picMk id="22" creationId="{33A3B519-754F-C6F0-752D-582AFBBF4116}"/>
          </ac:picMkLst>
        </pc:picChg>
        <pc:cxnChg chg="mod">
          <ac:chgData name="Nate Rocks" userId="9139e2ceb00f3fb1" providerId="LiveId" clId="{859AD0D1-A73F-49AC-A4EB-511B3A8A25A2}" dt="2026-09-04T18:32:03.204" v="1772" actId="208"/>
          <ac:cxnSpMkLst>
            <pc:docMk/>
            <pc:sldMk cId="259016907" sldId="268"/>
            <ac:cxnSpMk id="9" creationId="{14D74E32-A7F0-D352-3ECF-17A28924E518}"/>
          </ac:cxnSpMkLst>
        </pc:cxnChg>
      </pc:sldChg>
      <pc:sldChg chg="delSp modSp add del mod modTransition">
        <pc:chgData name="Nate Rocks" userId="9139e2ceb00f3fb1" providerId="LiveId" clId="{859AD0D1-A73F-49AC-A4EB-511B3A8A25A2}" dt="2026-09-03T14:10:12.181" v="934" actId="47"/>
        <pc:sldMkLst>
          <pc:docMk/>
          <pc:sldMk cId="2071909468" sldId="269"/>
        </pc:sldMkLst>
        <pc:spChg chg="mod">
          <ac:chgData name="Nate Rocks" userId="9139e2ceb00f3fb1" providerId="LiveId" clId="{859AD0D1-A73F-49AC-A4EB-511B3A8A25A2}" dt="2026-09-03T14:07:26.607" v="891" actId="20577"/>
          <ac:spMkLst>
            <pc:docMk/>
            <pc:sldMk cId="2071909468" sldId="269"/>
            <ac:spMk id="10" creationId="{0CB5992C-1CA7-A1A8-A9D3-2C7674D3B159}"/>
          </ac:spMkLst>
        </pc:spChg>
        <pc:spChg chg="mod">
          <ac:chgData name="Nate Rocks" userId="9139e2ceb00f3fb1" providerId="LiveId" clId="{859AD0D1-A73F-49AC-A4EB-511B3A8A25A2}" dt="2026-09-03T14:07:30.335" v="892" actId="1076"/>
          <ac:spMkLst>
            <pc:docMk/>
            <pc:sldMk cId="2071909468" sldId="269"/>
            <ac:spMk id="13" creationId="{ED6D0253-B0D9-4890-4F3B-253752B39F62}"/>
          </ac:spMkLst>
        </pc:spChg>
        <pc:spChg chg="mod">
          <ac:chgData name="Nate Rocks" userId="9139e2ceb00f3fb1" providerId="LiveId" clId="{859AD0D1-A73F-49AC-A4EB-511B3A8A25A2}" dt="2026-09-03T14:07:35.691" v="893" actId="1076"/>
          <ac:spMkLst>
            <pc:docMk/>
            <pc:sldMk cId="2071909468" sldId="269"/>
            <ac:spMk id="15" creationId="{FFA922CE-54D9-56B2-72D6-D4411F2C95D9}"/>
          </ac:spMkLst>
        </pc:spChg>
        <pc:spChg chg="del">
          <ac:chgData name="Nate Rocks" userId="9139e2ceb00f3fb1" providerId="LiveId" clId="{859AD0D1-A73F-49AC-A4EB-511B3A8A25A2}" dt="2026-09-03T14:07:09.393" v="886" actId="478"/>
          <ac:spMkLst>
            <pc:docMk/>
            <pc:sldMk cId="2071909468" sldId="269"/>
            <ac:spMk id="43" creationId="{F869FE60-9C32-6721-D9B8-79B2F8081228}"/>
          </ac:spMkLst>
        </pc:spChg>
        <pc:spChg chg="del">
          <ac:chgData name="Nate Rocks" userId="9139e2ceb00f3fb1" providerId="LiveId" clId="{859AD0D1-A73F-49AC-A4EB-511B3A8A25A2}" dt="2026-09-03T14:07:09.393" v="886" actId="478"/>
          <ac:spMkLst>
            <pc:docMk/>
            <pc:sldMk cId="2071909468" sldId="269"/>
            <ac:spMk id="44" creationId="{36D1771E-DAD8-77E5-F62B-AC2260844DA7}"/>
          </ac:spMkLst>
        </pc:spChg>
        <pc:grpChg chg="del">
          <ac:chgData name="Nate Rocks" userId="9139e2ceb00f3fb1" providerId="LiveId" clId="{859AD0D1-A73F-49AC-A4EB-511B3A8A25A2}" dt="2026-09-03T14:07:09.393" v="886" actId="478"/>
          <ac:grpSpMkLst>
            <pc:docMk/>
            <pc:sldMk cId="2071909468" sldId="269"/>
            <ac:grpSpMk id="40" creationId="{378F58FE-4153-15D0-4B4C-15B901C74034}"/>
          </ac:grpSpMkLst>
        </pc:grpChg>
      </pc:sldChg>
      <pc:sldChg chg="modSp add del mod modTransition">
        <pc:chgData name="Nate Rocks" userId="9139e2ceb00f3fb1" providerId="LiveId" clId="{859AD0D1-A73F-49AC-A4EB-511B3A8A25A2}" dt="2026-09-03T14:38:08.678" v="1133" actId="47"/>
        <pc:sldMkLst>
          <pc:docMk/>
          <pc:sldMk cId="2083643447" sldId="269"/>
        </pc:sldMkLst>
        <pc:spChg chg="mod">
          <ac:chgData name="Nate Rocks" userId="9139e2ceb00f3fb1" providerId="LiveId" clId="{859AD0D1-A73F-49AC-A4EB-511B3A8A25A2}" dt="2026-09-03T14:10:19.004" v="936" actId="14100"/>
          <ac:spMkLst>
            <pc:docMk/>
            <pc:sldMk cId="2083643447" sldId="269"/>
            <ac:spMk id="10" creationId="{254E5863-71B3-8F7B-498D-15725BFC7D65}"/>
          </ac:spMkLst>
        </pc:spChg>
        <pc:spChg chg="mod">
          <ac:chgData name="Nate Rocks" userId="9139e2ceb00f3fb1" providerId="LiveId" clId="{859AD0D1-A73F-49AC-A4EB-511B3A8A25A2}" dt="2026-09-03T14:10:50.864" v="947" actId="465"/>
          <ac:spMkLst>
            <pc:docMk/>
            <pc:sldMk cId="2083643447" sldId="269"/>
            <ac:spMk id="13" creationId="{D28EFF5A-3297-23F2-431A-A6C2101D1500}"/>
          </ac:spMkLst>
        </pc:spChg>
        <pc:spChg chg="mod">
          <ac:chgData name="Nate Rocks" userId="9139e2ceb00f3fb1" providerId="LiveId" clId="{859AD0D1-A73F-49AC-A4EB-511B3A8A25A2}" dt="2026-09-03T14:11:55.320" v="957" actId="14100"/>
          <ac:spMkLst>
            <pc:docMk/>
            <pc:sldMk cId="2083643447" sldId="269"/>
            <ac:spMk id="15" creationId="{F4D2C9CF-9B0F-5D52-31B7-17C32D999CEA}"/>
          </ac:spMkLst>
        </pc:spChg>
      </pc:sldChg>
      <pc:sldChg chg="addSp delSp modSp add del mod">
        <pc:chgData name="Nate Rocks" userId="9139e2ceb00f3fb1" providerId="LiveId" clId="{859AD0D1-A73F-49AC-A4EB-511B3A8A25A2}" dt="2026-09-03T14:38:11.364" v="1134" actId="47"/>
        <pc:sldMkLst>
          <pc:docMk/>
          <pc:sldMk cId="2462706141" sldId="270"/>
        </pc:sldMkLst>
        <pc:spChg chg="add mod">
          <ac:chgData name="Nate Rocks" userId="9139e2ceb00f3fb1" providerId="LiveId" clId="{859AD0D1-A73F-49AC-A4EB-511B3A8A25A2}" dt="2026-09-03T14:17:16.217" v="1057"/>
          <ac:spMkLst>
            <pc:docMk/>
            <pc:sldMk cId="2462706141" sldId="270"/>
            <ac:spMk id="3" creationId="{D58345EC-BE12-1DED-334C-59E7EF5880C0}"/>
          </ac:spMkLst>
        </pc:spChg>
        <pc:spChg chg="add mod">
          <ac:chgData name="Nate Rocks" userId="9139e2ceb00f3fb1" providerId="LiveId" clId="{859AD0D1-A73F-49AC-A4EB-511B3A8A25A2}" dt="2026-09-03T14:17:26.450" v="1061"/>
          <ac:spMkLst>
            <pc:docMk/>
            <pc:sldMk cId="2462706141" sldId="270"/>
            <ac:spMk id="4" creationId="{31F35E14-2A61-56E6-00C9-56270F88E5A8}"/>
          </ac:spMkLst>
        </pc:spChg>
        <pc:spChg chg="mod">
          <ac:chgData name="Nate Rocks" userId="9139e2ceb00f3fb1" providerId="LiveId" clId="{859AD0D1-A73F-49AC-A4EB-511B3A8A25A2}" dt="2026-09-03T14:16:51.096" v="1050" actId="14100"/>
          <ac:spMkLst>
            <pc:docMk/>
            <pc:sldMk cId="2462706141" sldId="270"/>
            <ac:spMk id="5" creationId="{BF9241A3-B59B-FD3F-75DD-BD437255257B}"/>
          </ac:spMkLst>
        </pc:spChg>
        <pc:spChg chg="mod">
          <ac:chgData name="Nate Rocks" userId="9139e2ceb00f3fb1" providerId="LiveId" clId="{859AD0D1-A73F-49AC-A4EB-511B3A8A25A2}" dt="2026-09-03T14:15:50.592" v="1038" actId="20577"/>
          <ac:spMkLst>
            <pc:docMk/>
            <pc:sldMk cId="2462706141" sldId="270"/>
            <ac:spMk id="8" creationId="{ECF41671-DDA4-02D0-D93C-6A841FFB35A3}"/>
          </ac:spMkLst>
        </pc:spChg>
        <pc:spChg chg="mod">
          <ac:chgData name="Nate Rocks" userId="9139e2ceb00f3fb1" providerId="LiveId" clId="{859AD0D1-A73F-49AC-A4EB-511B3A8A25A2}" dt="2026-09-03T14:15:59.955" v="1042" actId="113"/>
          <ac:spMkLst>
            <pc:docMk/>
            <pc:sldMk cId="2462706141" sldId="270"/>
            <ac:spMk id="10" creationId="{3804D815-2B6A-FA9C-9744-D51151A98936}"/>
          </ac:spMkLst>
        </pc:spChg>
        <pc:spChg chg="mod">
          <ac:chgData name="Nate Rocks" userId="9139e2ceb00f3fb1" providerId="LiveId" clId="{859AD0D1-A73F-49AC-A4EB-511B3A8A25A2}" dt="2026-09-03T14:17:03.381" v="1052" actId="465"/>
          <ac:spMkLst>
            <pc:docMk/>
            <pc:sldMk cId="2462706141" sldId="270"/>
            <ac:spMk id="13" creationId="{53A45FD4-2DED-602D-5D3F-6302213EB016}"/>
          </ac:spMkLst>
        </pc:spChg>
        <pc:spChg chg="del">
          <ac:chgData name="Nate Rocks" userId="9139e2ceb00f3fb1" providerId="LiveId" clId="{859AD0D1-A73F-49AC-A4EB-511B3A8A25A2}" dt="2026-09-03T14:16:14.588" v="1047" actId="478"/>
          <ac:spMkLst>
            <pc:docMk/>
            <pc:sldMk cId="2462706141" sldId="270"/>
            <ac:spMk id="15" creationId="{B7697141-D77E-B73F-8358-CEFE4DD4EB73}"/>
          </ac:spMkLst>
        </pc:spChg>
        <pc:spChg chg="del">
          <ac:chgData name="Nate Rocks" userId="9139e2ceb00f3fb1" providerId="LiveId" clId="{859AD0D1-A73F-49AC-A4EB-511B3A8A25A2}" dt="2026-09-03T14:15:30.046" v="1034" actId="478"/>
          <ac:spMkLst>
            <pc:docMk/>
            <pc:sldMk cId="2462706141" sldId="270"/>
            <ac:spMk id="43" creationId="{111C4A1E-3E56-0742-5A49-DA2D40BE2FDC}"/>
          </ac:spMkLst>
        </pc:spChg>
        <pc:spChg chg="del">
          <ac:chgData name="Nate Rocks" userId="9139e2ceb00f3fb1" providerId="LiveId" clId="{859AD0D1-A73F-49AC-A4EB-511B3A8A25A2}" dt="2026-09-03T14:15:30.046" v="1034" actId="478"/>
          <ac:spMkLst>
            <pc:docMk/>
            <pc:sldMk cId="2462706141" sldId="270"/>
            <ac:spMk id="44" creationId="{EAE1C5BB-85AF-8D29-7842-3BD57A3768B5}"/>
          </ac:spMkLst>
        </pc:spChg>
        <pc:grpChg chg="del">
          <ac:chgData name="Nate Rocks" userId="9139e2ceb00f3fb1" providerId="LiveId" clId="{859AD0D1-A73F-49AC-A4EB-511B3A8A25A2}" dt="2026-09-03T14:15:30.046" v="1034" actId="478"/>
          <ac:grpSpMkLst>
            <pc:docMk/>
            <pc:sldMk cId="2462706141" sldId="270"/>
            <ac:grpSpMk id="40" creationId="{28A9FBCF-91FA-EEE7-1E66-BD065D968905}"/>
          </ac:grpSpMkLst>
        </pc:grpChg>
      </pc:sldChg>
      <pc:sldChg chg="add del">
        <pc:chgData name="Nate Rocks" userId="9139e2ceb00f3fb1" providerId="LiveId" clId="{859AD0D1-A73F-49AC-A4EB-511B3A8A25A2}" dt="2026-09-03T14:38:24.146" v="1138" actId="47"/>
        <pc:sldMkLst>
          <pc:docMk/>
          <pc:sldMk cId="3944156035" sldId="271"/>
        </pc:sldMkLst>
      </pc:sldChg>
      <pc:sldChg chg="addSp delSp modSp add mod ord">
        <pc:chgData name="Nate Rocks" userId="9139e2ceb00f3fb1" providerId="LiveId" clId="{859AD0D1-A73F-49AC-A4EB-511B3A8A25A2}" dt="2026-09-04T18:32:02.780" v="1770" actId="208"/>
        <pc:sldMkLst>
          <pc:docMk/>
          <pc:sldMk cId="3681054340" sldId="272"/>
        </pc:sldMkLst>
        <pc:spChg chg="add mod">
          <ac:chgData name="Nate Rocks" userId="9139e2ceb00f3fb1" providerId="LiveId" clId="{859AD0D1-A73F-49AC-A4EB-511B3A8A25A2}" dt="2026-09-04T04:36:27.651" v="1359" actId="1076"/>
          <ac:spMkLst>
            <pc:docMk/>
            <pc:sldMk cId="3681054340" sldId="272"/>
            <ac:spMk id="4" creationId="{8585EBF0-EF5F-ABD1-1854-12191F240267}"/>
          </ac:spMkLst>
        </pc:spChg>
        <pc:spChg chg="mod">
          <ac:chgData name="Nate Rocks" userId="9139e2ceb00f3fb1" providerId="LiveId" clId="{859AD0D1-A73F-49AC-A4EB-511B3A8A25A2}" dt="2026-09-04T18:30:11.066" v="1758" actId="13926"/>
          <ac:spMkLst>
            <pc:docMk/>
            <pc:sldMk cId="3681054340" sldId="272"/>
            <ac:spMk id="8" creationId="{EBD0C695-3841-0384-BAE2-B091919CBFCE}"/>
          </ac:spMkLst>
        </pc:spChg>
        <pc:spChg chg="mod">
          <ac:chgData name="Nate Rocks" userId="9139e2ceb00f3fb1" providerId="LiveId" clId="{859AD0D1-A73F-49AC-A4EB-511B3A8A25A2}" dt="2026-09-04T04:36:18.498" v="1358" actId="2711"/>
          <ac:spMkLst>
            <pc:docMk/>
            <pc:sldMk cId="3681054340" sldId="272"/>
            <ac:spMk id="10" creationId="{D05BB4A2-5C37-E166-2809-B4598F45973D}"/>
          </ac:spMkLst>
        </pc:spChg>
        <pc:spChg chg="mod">
          <ac:chgData name="Nate Rocks" userId="9139e2ceb00f3fb1" providerId="LiveId" clId="{859AD0D1-A73F-49AC-A4EB-511B3A8A25A2}" dt="2026-09-04T04:36:27.651" v="1359" actId="1076"/>
          <ac:spMkLst>
            <pc:docMk/>
            <pc:sldMk cId="3681054340" sldId="272"/>
            <ac:spMk id="13" creationId="{C593C377-AFA2-F7BB-478A-CB470758B057}"/>
          </ac:spMkLst>
        </pc:spChg>
        <pc:spChg chg="mod">
          <ac:chgData name="Nate Rocks" userId="9139e2ceb00f3fb1" providerId="LiveId" clId="{859AD0D1-A73F-49AC-A4EB-511B3A8A25A2}" dt="2026-09-04T04:36:27.651" v="1359" actId="1076"/>
          <ac:spMkLst>
            <pc:docMk/>
            <pc:sldMk cId="3681054340" sldId="272"/>
            <ac:spMk id="15" creationId="{D24824BC-C83B-6FA5-8562-4C99D927BFCC}"/>
          </ac:spMkLst>
        </pc:spChg>
        <pc:spChg chg="add del">
          <ac:chgData name="Nate Rocks" userId="9139e2ceb00f3fb1" providerId="LiveId" clId="{859AD0D1-A73F-49AC-A4EB-511B3A8A25A2}" dt="2026-09-03T15:14:28.573" v="1260" actId="478"/>
          <ac:spMkLst>
            <pc:docMk/>
            <pc:sldMk cId="3681054340" sldId="272"/>
            <ac:spMk id="43" creationId="{9CE22B3D-27FD-46AD-6C79-9EF66D69EDDF}"/>
          </ac:spMkLst>
        </pc:spChg>
        <pc:spChg chg="add del">
          <ac:chgData name="Nate Rocks" userId="9139e2ceb00f3fb1" providerId="LiveId" clId="{859AD0D1-A73F-49AC-A4EB-511B3A8A25A2}" dt="2026-09-03T15:14:28.573" v="1260" actId="478"/>
          <ac:spMkLst>
            <pc:docMk/>
            <pc:sldMk cId="3681054340" sldId="272"/>
            <ac:spMk id="44" creationId="{27A48B4D-10CE-DA66-2D34-11BAC946F95B}"/>
          </ac:spMkLst>
        </pc:spChg>
        <pc:grpChg chg="add del">
          <ac:chgData name="Nate Rocks" userId="9139e2ceb00f3fb1" providerId="LiveId" clId="{859AD0D1-A73F-49AC-A4EB-511B3A8A25A2}" dt="2026-09-03T15:14:28.573" v="1260" actId="478"/>
          <ac:grpSpMkLst>
            <pc:docMk/>
            <pc:sldMk cId="3681054340" sldId="272"/>
            <ac:grpSpMk id="40" creationId="{72D42AB4-A1FD-1DC4-D0EF-38BFBAF6E625}"/>
          </ac:grpSpMkLst>
        </pc:grpChg>
        <pc:picChg chg="del">
          <ac:chgData name="Nate Rocks" userId="9139e2ceb00f3fb1" providerId="LiveId" clId="{859AD0D1-A73F-49AC-A4EB-511B3A8A25A2}" dt="2026-09-04T04:44:58.656" v="1429" actId="478"/>
          <ac:picMkLst>
            <pc:docMk/>
            <pc:sldMk cId="3681054340" sldId="272"/>
            <ac:picMk id="12" creationId="{525BB5FF-ED8F-DFC8-E04C-3CA7ABA538D9}"/>
          </ac:picMkLst>
        </pc:picChg>
        <pc:picChg chg="del">
          <ac:chgData name="Nate Rocks" userId="9139e2ceb00f3fb1" providerId="LiveId" clId="{859AD0D1-A73F-49AC-A4EB-511B3A8A25A2}" dt="2026-09-04T04:30:30.872" v="1328" actId="478"/>
          <ac:picMkLst>
            <pc:docMk/>
            <pc:sldMk cId="3681054340" sldId="272"/>
            <ac:picMk id="14" creationId="{A7F3BC16-1939-7B3B-A112-0860B74D3D61}"/>
          </ac:picMkLst>
        </pc:picChg>
        <pc:picChg chg="del">
          <ac:chgData name="Nate Rocks" userId="9139e2ceb00f3fb1" providerId="LiveId" clId="{859AD0D1-A73F-49AC-A4EB-511B3A8A25A2}" dt="2026-09-03T15:10:57.678" v="1230" actId="478"/>
          <ac:picMkLst>
            <pc:docMk/>
            <pc:sldMk cId="3681054340" sldId="272"/>
            <ac:picMk id="16" creationId="{BF45FA5F-2B10-0A1E-8A0C-92DC0E322438}"/>
          </ac:picMkLst>
        </pc:picChg>
        <pc:picChg chg="add del">
          <ac:chgData name="Nate Rocks" userId="9139e2ceb00f3fb1" providerId="LiveId" clId="{859AD0D1-A73F-49AC-A4EB-511B3A8A25A2}" dt="2026-09-03T15:10:55.633" v="1229" actId="22"/>
          <ac:picMkLst>
            <pc:docMk/>
            <pc:sldMk cId="3681054340" sldId="272"/>
            <ac:picMk id="17" creationId="{608850A6-9850-29BF-6A74-AEBBFF4B3E1C}"/>
          </ac:picMkLst>
        </pc:picChg>
        <pc:picChg chg="add">
          <ac:chgData name="Nate Rocks" userId="9139e2ceb00f3fb1" providerId="LiveId" clId="{859AD0D1-A73F-49AC-A4EB-511B3A8A25A2}" dt="2026-09-03T15:10:58.151" v="1231" actId="22"/>
          <ac:picMkLst>
            <pc:docMk/>
            <pc:sldMk cId="3681054340" sldId="272"/>
            <ac:picMk id="19" creationId="{9E20C933-2B10-424A-DDD2-916305DB098E}"/>
          </ac:picMkLst>
        </pc:picChg>
        <pc:picChg chg="add">
          <ac:chgData name="Nate Rocks" userId="9139e2ceb00f3fb1" providerId="LiveId" clId="{859AD0D1-A73F-49AC-A4EB-511B3A8A25A2}" dt="2026-09-04T04:30:31.160" v="1329" actId="22"/>
          <ac:picMkLst>
            <pc:docMk/>
            <pc:sldMk cId="3681054340" sldId="272"/>
            <ac:picMk id="22" creationId="{2E851583-59D1-B466-3405-4A4778010336}"/>
          </ac:picMkLst>
        </pc:picChg>
        <pc:picChg chg="add">
          <ac:chgData name="Nate Rocks" userId="9139e2ceb00f3fb1" providerId="LiveId" clId="{859AD0D1-A73F-49AC-A4EB-511B3A8A25A2}" dt="2026-09-04T04:44:58.977" v="1430" actId="22"/>
          <ac:picMkLst>
            <pc:docMk/>
            <pc:sldMk cId="3681054340" sldId="272"/>
            <ac:picMk id="25" creationId="{0E459326-2D01-FA2B-D768-52CF15941985}"/>
          </ac:picMkLst>
        </pc:picChg>
        <pc:picChg chg="del">
          <ac:chgData name="Nate Rocks" userId="9139e2ceb00f3fb1" providerId="LiveId" clId="{859AD0D1-A73F-49AC-A4EB-511B3A8A25A2}" dt="2026-09-03T14:38:52.422" v="1148" actId="478"/>
          <ac:picMkLst>
            <pc:docMk/>
            <pc:sldMk cId="3681054340" sldId="272"/>
            <ac:picMk id="55" creationId="{8B8CC447-49EB-4DDE-B316-4FC4C7EAC370}"/>
          </ac:picMkLst>
        </pc:picChg>
        <pc:cxnChg chg="mod">
          <ac:chgData name="Nate Rocks" userId="9139e2ceb00f3fb1" providerId="LiveId" clId="{859AD0D1-A73F-49AC-A4EB-511B3A8A25A2}" dt="2026-09-04T18:32:02.780" v="1770" actId="208"/>
          <ac:cxnSpMkLst>
            <pc:docMk/>
            <pc:sldMk cId="3681054340" sldId="272"/>
            <ac:cxnSpMk id="9" creationId="{AD4A3972-041B-9AFA-DE18-C99C8DFABE05}"/>
          </ac:cxnSpMkLst>
        </pc:cxnChg>
      </pc:sldChg>
      <pc:sldChg chg="addSp delSp modSp add mod">
        <pc:chgData name="Nate Rocks" userId="9139e2ceb00f3fb1" providerId="LiveId" clId="{859AD0D1-A73F-49AC-A4EB-511B3A8A25A2}" dt="2026-09-04T18:32:02.528" v="1769" actId="208"/>
        <pc:sldMkLst>
          <pc:docMk/>
          <pc:sldMk cId="241583325" sldId="273"/>
        </pc:sldMkLst>
        <pc:spChg chg="mod">
          <ac:chgData name="Nate Rocks" userId="9139e2ceb00f3fb1" providerId="LiveId" clId="{859AD0D1-A73F-49AC-A4EB-511B3A8A25A2}" dt="2026-09-04T04:30:13.628" v="1325" actId="1076"/>
          <ac:spMkLst>
            <pc:docMk/>
            <pc:sldMk cId="241583325" sldId="273"/>
            <ac:spMk id="2" creationId="{83A67FCC-ADBD-3797-85E5-D24587FF89A0}"/>
          </ac:spMkLst>
        </pc:spChg>
        <pc:spChg chg="add mod">
          <ac:chgData name="Nate Rocks" userId="9139e2ceb00f3fb1" providerId="LiveId" clId="{859AD0D1-A73F-49AC-A4EB-511B3A8A25A2}" dt="2026-09-04T04:37:05.842" v="1362" actId="1076"/>
          <ac:spMkLst>
            <pc:docMk/>
            <pc:sldMk cId="241583325" sldId="273"/>
            <ac:spMk id="3" creationId="{AFECAC1A-0E01-CFE7-9255-0C6D2C6B15A8}"/>
          </ac:spMkLst>
        </pc:spChg>
        <pc:spChg chg="mod">
          <ac:chgData name="Nate Rocks" userId="9139e2ceb00f3fb1" providerId="LiveId" clId="{859AD0D1-A73F-49AC-A4EB-511B3A8A25A2}" dt="2026-09-04T18:30:16.467" v="1759" actId="13926"/>
          <ac:spMkLst>
            <pc:docMk/>
            <pc:sldMk cId="241583325" sldId="273"/>
            <ac:spMk id="8" creationId="{52E5B15B-CF9D-9D40-A90B-10223EC9CE3B}"/>
          </ac:spMkLst>
        </pc:spChg>
        <pc:spChg chg="mod">
          <ac:chgData name="Nate Rocks" userId="9139e2ceb00f3fb1" providerId="LiveId" clId="{859AD0D1-A73F-49AC-A4EB-511B3A8A25A2}" dt="2026-09-04T04:36:36.737" v="1360" actId="2711"/>
          <ac:spMkLst>
            <pc:docMk/>
            <pc:sldMk cId="241583325" sldId="273"/>
            <ac:spMk id="10" creationId="{64E8259F-B0CD-D3F7-D65C-1E39D7C98797}"/>
          </ac:spMkLst>
        </pc:spChg>
        <pc:spChg chg="mod">
          <ac:chgData name="Nate Rocks" userId="9139e2ceb00f3fb1" providerId="LiveId" clId="{859AD0D1-A73F-49AC-A4EB-511B3A8A25A2}" dt="2026-09-04T04:36:54.313" v="1361" actId="1076"/>
          <ac:spMkLst>
            <pc:docMk/>
            <pc:sldMk cId="241583325" sldId="273"/>
            <ac:spMk id="13" creationId="{E912E4A8-F6D5-C54B-78F4-B12B4DE65B7F}"/>
          </ac:spMkLst>
        </pc:spChg>
        <pc:spChg chg="mod">
          <ac:chgData name="Nate Rocks" userId="9139e2ceb00f3fb1" providerId="LiveId" clId="{859AD0D1-A73F-49AC-A4EB-511B3A8A25A2}" dt="2026-09-04T04:36:54.313" v="1361" actId="1076"/>
          <ac:spMkLst>
            <pc:docMk/>
            <pc:sldMk cId="241583325" sldId="273"/>
            <ac:spMk id="15" creationId="{266791F4-A8AB-776C-E0B0-E87066502B28}"/>
          </ac:spMkLst>
        </pc:spChg>
        <pc:spChg chg="add del">
          <ac:chgData name="Nate Rocks" userId="9139e2ceb00f3fb1" providerId="LiveId" clId="{859AD0D1-A73F-49AC-A4EB-511B3A8A25A2}" dt="2026-09-03T15:14:25.786" v="1259" actId="478"/>
          <ac:spMkLst>
            <pc:docMk/>
            <pc:sldMk cId="241583325" sldId="273"/>
            <ac:spMk id="43" creationId="{3B2DF43F-A7AA-E9BC-50E1-2EAABE936CAA}"/>
          </ac:spMkLst>
        </pc:spChg>
        <pc:spChg chg="add del">
          <ac:chgData name="Nate Rocks" userId="9139e2ceb00f3fb1" providerId="LiveId" clId="{859AD0D1-A73F-49AC-A4EB-511B3A8A25A2}" dt="2026-09-03T15:14:25.786" v="1259" actId="478"/>
          <ac:spMkLst>
            <pc:docMk/>
            <pc:sldMk cId="241583325" sldId="273"/>
            <ac:spMk id="44" creationId="{E2F00D7C-35B6-6578-ADEA-6E27BCF8654B}"/>
          </ac:spMkLst>
        </pc:spChg>
        <pc:grpChg chg="add del">
          <ac:chgData name="Nate Rocks" userId="9139e2ceb00f3fb1" providerId="LiveId" clId="{859AD0D1-A73F-49AC-A4EB-511B3A8A25A2}" dt="2026-09-03T15:14:25.786" v="1259" actId="478"/>
          <ac:grpSpMkLst>
            <pc:docMk/>
            <pc:sldMk cId="241583325" sldId="273"/>
            <ac:grpSpMk id="40" creationId="{8059B6C0-9E3C-6A3C-1FE8-3787ABC16F38}"/>
          </ac:grpSpMkLst>
        </pc:grpChg>
        <pc:picChg chg="add mod">
          <ac:chgData name="Nate Rocks" userId="9139e2ceb00f3fb1" providerId="LiveId" clId="{859AD0D1-A73F-49AC-A4EB-511B3A8A25A2}" dt="2026-09-03T15:10:50.262" v="1227" actId="1076"/>
          <ac:picMkLst>
            <pc:docMk/>
            <pc:sldMk cId="241583325" sldId="273"/>
            <ac:picMk id="7" creationId="{6C7CC3ED-7EAA-AF76-CE17-8A8251D58E23}"/>
          </ac:picMkLst>
        </pc:picChg>
        <pc:picChg chg="del">
          <ac:chgData name="Nate Rocks" userId="9139e2ceb00f3fb1" providerId="LiveId" clId="{859AD0D1-A73F-49AC-A4EB-511B3A8A25A2}" dt="2026-09-04T04:44:41.475" v="1427" actId="478"/>
          <ac:picMkLst>
            <pc:docMk/>
            <pc:sldMk cId="241583325" sldId="273"/>
            <ac:picMk id="12" creationId="{71D7F7FE-30EF-E0FD-0679-6763A7D2E49F}"/>
          </ac:picMkLst>
        </pc:picChg>
        <pc:picChg chg="del">
          <ac:chgData name="Nate Rocks" userId="9139e2ceb00f3fb1" providerId="LiveId" clId="{859AD0D1-A73F-49AC-A4EB-511B3A8A25A2}" dt="2026-09-04T04:30:00.263" v="1317" actId="478"/>
          <ac:picMkLst>
            <pc:docMk/>
            <pc:sldMk cId="241583325" sldId="273"/>
            <ac:picMk id="14" creationId="{ECA14195-1E8B-1CFD-F638-D3A6FAB82EF2}"/>
          </ac:picMkLst>
        </pc:picChg>
        <pc:picChg chg="del">
          <ac:chgData name="Nate Rocks" userId="9139e2ceb00f3fb1" providerId="LiveId" clId="{859AD0D1-A73F-49AC-A4EB-511B3A8A25A2}" dt="2026-09-03T15:10:38.371" v="1223" actId="478"/>
          <ac:picMkLst>
            <pc:docMk/>
            <pc:sldMk cId="241583325" sldId="273"/>
            <ac:picMk id="16" creationId="{BD6395D9-F5F1-A86F-99EC-328CC8491745}"/>
          </ac:picMkLst>
        </pc:picChg>
        <pc:picChg chg="add mod">
          <ac:chgData name="Nate Rocks" userId="9139e2ceb00f3fb1" providerId="LiveId" clId="{859AD0D1-A73F-49AC-A4EB-511B3A8A25A2}" dt="2026-09-04T04:30:20.005" v="1326" actId="1076"/>
          <ac:picMkLst>
            <pc:docMk/>
            <pc:sldMk cId="241583325" sldId="273"/>
            <ac:picMk id="24" creationId="{51F0D309-0442-528B-AAE3-005AFF82175B}"/>
          </ac:picMkLst>
        </pc:picChg>
        <pc:picChg chg="add">
          <ac:chgData name="Nate Rocks" userId="9139e2ceb00f3fb1" providerId="LiveId" clId="{859AD0D1-A73F-49AC-A4EB-511B3A8A25A2}" dt="2026-09-04T04:44:41.904" v="1428" actId="22"/>
          <ac:picMkLst>
            <pc:docMk/>
            <pc:sldMk cId="241583325" sldId="273"/>
            <ac:picMk id="45" creationId="{D27B3A4D-E92E-DCA4-C720-6EC93F2BAD47}"/>
          </ac:picMkLst>
        </pc:picChg>
        <pc:cxnChg chg="mod">
          <ac:chgData name="Nate Rocks" userId="9139e2ceb00f3fb1" providerId="LiveId" clId="{859AD0D1-A73F-49AC-A4EB-511B3A8A25A2}" dt="2026-09-04T18:32:02.528" v="1769" actId="208"/>
          <ac:cxnSpMkLst>
            <pc:docMk/>
            <pc:sldMk cId="241583325" sldId="273"/>
            <ac:cxnSpMk id="9" creationId="{C0EB297F-6174-3AC6-4F70-67552F07DEA5}"/>
          </ac:cxnSpMkLst>
        </pc:cxnChg>
        <pc:cxnChg chg="mod">
          <ac:chgData name="Nate Rocks" userId="9139e2ceb00f3fb1" providerId="LiveId" clId="{859AD0D1-A73F-49AC-A4EB-511B3A8A25A2}" dt="2026-09-04T04:30:13.628" v="1325" actId="1076"/>
          <ac:cxnSpMkLst>
            <pc:docMk/>
            <pc:sldMk cId="241583325" sldId="273"/>
            <ac:cxnSpMk id="20" creationId="{BCFC29C9-8DAC-75CC-463D-CC796AACBF80}"/>
          </ac:cxnSpMkLst>
        </pc:cxnChg>
        <pc:cxnChg chg="mod">
          <ac:chgData name="Nate Rocks" userId="9139e2ceb00f3fb1" providerId="LiveId" clId="{859AD0D1-A73F-49AC-A4EB-511B3A8A25A2}" dt="2026-09-04T04:30:13.628" v="1325" actId="1076"/>
          <ac:cxnSpMkLst>
            <pc:docMk/>
            <pc:sldMk cId="241583325" sldId="273"/>
            <ac:cxnSpMk id="23" creationId="{8E92EC8B-E3E5-FD24-ECB3-94ABDE8CF4DD}"/>
          </ac:cxnSpMkLst>
        </pc:cxnChg>
        <pc:cxnChg chg="mod">
          <ac:chgData name="Nate Rocks" userId="9139e2ceb00f3fb1" providerId="LiveId" clId="{859AD0D1-A73F-49AC-A4EB-511B3A8A25A2}" dt="2026-09-04T04:30:13.628" v="1325" actId="1076"/>
          <ac:cxnSpMkLst>
            <pc:docMk/>
            <pc:sldMk cId="241583325" sldId="273"/>
            <ac:cxnSpMk id="28" creationId="{9999B4BE-CE50-D820-4538-93B41AB278BA}"/>
          </ac:cxnSpMkLst>
        </pc:cxnChg>
        <pc:cxnChg chg="mod">
          <ac:chgData name="Nate Rocks" userId="9139e2ceb00f3fb1" providerId="LiveId" clId="{859AD0D1-A73F-49AC-A4EB-511B3A8A25A2}" dt="2026-09-04T04:30:13.628" v="1325" actId="1076"/>
          <ac:cxnSpMkLst>
            <pc:docMk/>
            <pc:sldMk cId="241583325" sldId="273"/>
            <ac:cxnSpMk id="32" creationId="{C0DC4C4C-8C0D-5BB4-468B-6BFB6255921F}"/>
          </ac:cxnSpMkLst>
        </pc:cxnChg>
      </pc:sldChg>
      <pc:sldChg chg="addSp delSp modSp add mod">
        <pc:chgData name="Nate Rocks" userId="9139e2ceb00f3fb1" providerId="LiveId" clId="{859AD0D1-A73F-49AC-A4EB-511B3A8A25A2}" dt="2026-09-04T18:23:09.361" v="1675" actId="20577"/>
        <pc:sldMkLst>
          <pc:docMk/>
          <pc:sldMk cId="2391418745" sldId="274"/>
        </pc:sldMkLst>
        <pc:spChg chg="mod">
          <ac:chgData name="Nate Rocks" userId="9139e2ceb00f3fb1" providerId="LiveId" clId="{859AD0D1-A73F-49AC-A4EB-511B3A8A25A2}" dt="2026-09-04T04:29:46.898" v="1313" actId="1076"/>
          <ac:spMkLst>
            <pc:docMk/>
            <pc:sldMk cId="2391418745" sldId="274"/>
            <ac:spMk id="2" creationId="{23556D31-EDA2-B8D0-0749-11C2B40635A9}"/>
          </ac:spMkLst>
        </pc:spChg>
        <pc:spChg chg="add del mod">
          <ac:chgData name="Nate Rocks" userId="9139e2ceb00f3fb1" providerId="LiveId" clId="{859AD0D1-A73F-49AC-A4EB-511B3A8A25A2}" dt="2026-09-04T04:42:53.051" v="1406" actId="1076"/>
          <ac:spMkLst>
            <pc:docMk/>
            <pc:sldMk cId="2391418745" sldId="274"/>
            <ac:spMk id="4" creationId="{D9A408D8-BED9-31E7-0DBB-97CA7116F39C}"/>
          </ac:spMkLst>
        </pc:spChg>
        <pc:spChg chg="del mod">
          <ac:chgData name="Nate Rocks" userId="9139e2ceb00f3fb1" providerId="LiveId" clId="{859AD0D1-A73F-49AC-A4EB-511B3A8A25A2}" dt="2026-09-03T15:08:26.568" v="1214" actId="478"/>
          <ac:spMkLst>
            <pc:docMk/>
            <pc:sldMk cId="2391418745" sldId="274"/>
            <ac:spMk id="6" creationId="{6A41759A-571C-2958-5C38-6D74EBCB1EBA}"/>
          </ac:spMkLst>
        </pc:spChg>
        <pc:spChg chg="mod">
          <ac:chgData name="Nate Rocks" userId="9139e2ceb00f3fb1" providerId="LiveId" clId="{859AD0D1-A73F-49AC-A4EB-511B3A8A25A2}" dt="2026-09-04T18:23:09.361" v="1675" actId="20577"/>
          <ac:spMkLst>
            <pc:docMk/>
            <pc:sldMk cId="2391418745" sldId="274"/>
            <ac:spMk id="8" creationId="{9188D6D7-72E0-0F42-F995-645B0A092DF7}"/>
          </ac:spMkLst>
        </pc:spChg>
        <pc:spChg chg="mod">
          <ac:chgData name="Nate Rocks" userId="9139e2ceb00f3fb1" providerId="LiveId" clId="{859AD0D1-A73F-49AC-A4EB-511B3A8A25A2}" dt="2026-09-04T04:37:28.074" v="1363" actId="2711"/>
          <ac:spMkLst>
            <pc:docMk/>
            <pc:sldMk cId="2391418745" sldId="274"/>
            <ac:spMk id="10" creationId="{EED61A9A-C7EC-E4EF-1CC1-B1317DC088EC}"/>
          </ac:spMkLst>
        </pc:spChg>
        <pc:spChg chg="mod">
          <ac:chgData name="Nate Rocks" userId="9139e2ceb00f3fb1" providerId="LiveId" clId="{859AD0D1-A73F-49AC-A4EB-511B3A8A25A2}" dt="2026-09-04T04:37:28.074" v="1363" actId="2711"/>
          <ac:spMkLst>
            <pc:docMk/>
            <pc:sldMk cId="2391418745" sldId="274"/>
            <ac:spMk id="13" creationId="{B64CB9BC-5F95-0F6F-4E79-951D00A4D9F2}"/>
          </ac:spMkLst>
        </pc:spChg>
        <pc:spChg chg="del">
          <ac:chgData name="Nate Rocks" userId="9139e2ceb00f3fb1" providerId="LiveId" clId="{859AD0D1-A73F-49AC-A4EB-511B3A8A25A2}" dt="2026-09-03T15:07:38.436" v="1196" actId="478"/>
          <ac:spMkLst>
            <pc:docMk/>
            <pc:sldMk cId="2391418745" sldId="274"/>
            <ac:spMk id="15" creationId="{701B56CE-E4E0-00DF-A6B1-B28449FB1942}"/>
          </ac:spMkLst>
        </pc:spChg>
        <pc:spChg chg="add del">
          <ac:chgData name="Nate Rocks" userId="9139e2ceb00f3fb1" providerId="LiveId" clId="{859AD0D1-A73F-49AC-A4EB-511B3A8A25A2}" dt="2026-09-03T15:14:55.910" v="1273" actId="22"/>
          <ac:spMkLst>
            <pc:docMk/>
            <pc:sldMk cId="2391418745" sldId="274"/>
            <ac:spMk id="30" creationId="{0D41817A-2485-F806-7751-2251BE78A997}"/>
          </ac:spMkLst>
        </pc:spChg>
        <pc:spChg chg="add del">
          <ac:chgData name="Nate Rocks" userId="9139e2ceb00f3fb1" providerId="LiveId" clId="{859AD0D1-A73F-49AC-A4EB-511B3A8A25A2}" dt="2026-09-03T15:14:52.585" v="1268" actId="22"/>
          <ac:spMkLst>
            <pc:docMk/>
            <pc:sldMk cId="2391418745" sldId="274"/>
            <ac:spMk id="33" creationId="{79F6759B-28B3-4542-EF1F-717D060AECE8}"/>
          </ac:spMkLst>
        </pc:spChg>
        <pc:spChg chg="add del">
          <ac:chgData name="Nate Rocks" userId="9139e2ceb00f3fb1" providerId="LiveId" clId="{859AD0D1-A73F-49AC-A4EB-511B3A8A25A2}" dt="2026-09-03T15:14:20.722" v="1258" actId="478"/>
          <ac:spMkLst>
            <pc:docMk/>
            <pc:sldMk cId="2391418745" sldId="274"/>
            <ac:spMk id="43" creationId="{F3C0636F-1CC3-7E8F-CD9F-49207EB4994D}"/>
          </ac:spMkLst>
        </pc:spChg>
        <pc:spChg chg="add del">
          <ac:chgData name="Nate Rocks" userId="9139e2ceb00f3fb1" providerId="LiveId" clId="{859AD0D1-A73F-49AC-A4EB-511B3A8A25A2}" dt="2026-09-03T15:14:20.722" v="1258" actId="478"/>
          <ac:spMkLst>
            <pc:docMk/>
            <pc:sldMk cId="2391418745" sldId="274"/>
            <ac:spMk id="44" creationId="{BE03ABFC-E3F2-79A4-C542-AFDD4BD37F5B}"/>
          </ac:spMkLst>
        </pc:spChg>
        <pc:spChg chg="add del">
          <ac:chgData name="Nate Rocks" userId="9139e2ceb00f3fb1" providerId="LiveId" clId="{859AD0D1-A73F-49AC-A4EB-511B3A8A25A2}" dt="2026-09-04T04:44:28.057" v="1422" actId="22"/>
          <ac:spMkLst>
            <pc:docMk/>
            <pc:sldMk cId="2391418745" sldId="274"/>
            <ac:spMk id="54" creationId="{5498E370-2DF7-E0DB-86EE-F63717568C41}"/>
          </ac:spMkLst>
        </pc:spChg>
        <pc:grpChg chg="add del">
          <ac:chgData name="Nate Rocks" userId="9139e2ceb00f3fb1" providerId="LiveId" clId="{859AD0D1-A73F-49AC-A4EB-511B3A8A25A2}" dt="2026-09-03T15:14:20.722" v="1258" actId="478"/>
          <ac:grpSpMkLst>
            <pc:docMk/>
            <pc:sldMk cId="2391418745" sldId="274"/>
            <ac:grpSpMk id="40" creationId="{8AA6816D-097F-E52C-F5DA-8267A20EA664}"/>
          </ac:grpSpMkLst>
        </pc:grpChg>
        <pc:picChg chg="mod">
          <ac:chgData name="Nate Rocks" userId="9139e2ceb00f3fb1" providerId="LiveId" clId="{859AD0D1-A73F-49AC-A4EB-511B3A8A25A2}" dt="2026-09-03T15:08:52.691" v="1220" actId="1076"/>
          <ac:picMkLst>
            <pc:docMk/>
            <pc:sldMk cId="2391418745" sldId="274"/>
            <ac:picMk id="11" creationId="{A93794B3-7BB7-E7E1-A7C9-3B7C15826A98}"/>
          </ac:picMkLst>
        </pc:picChg>
        <pc:picChg chg="del">
          <ac:chgData name="Nate Rocks" userId="9139e2ceb00f3fb1" providerId="LiveId" clId="{859AD0D1-A73F-49AC-A4EB-511B3A8A25A2}" dt="2026-09-04T04:44:37.116" v="1425" actId="478"/>
          <ac:picMkLst>
            <pc:docMk/>
            <pc:sldMk cId="2391418745" sldId="274"/>
            <ac:picMk id="12" creationId="{33E95608-3F4D-0E67-D49E-C9C22A967B50}"/>
          </ac:picMkLst>
        </pc:picChg>
        <pc:picChg chg="add del">
          <ac:chgData name="Nate Rocks" userId="9139e2ceb00f3fb1" providerId="LiveId" clId="{859AD0D1-A73F-49AC-A4EB-511B3A8A25A2}" dt="2026-09-04T04:29:41.755" v="1308" actId="478"/>
          <ac:picMkLst>
            <pc:docMk/>
            <pc:sldMk cId="2391418745" sldId="274"/>
            <ac:picMk id="14" creationId="{AC2C97B4-9D64-E7C1-80F6-DF4DBB9B0D66}"/>
          </ac:picMkLst>
        </pc:picChg>
        <pc:picChg chg="del">
          <ac:chgData name="Nate Rocks" userId="9139e2ceb00f3fb1" providerId="LiveId" clId="{859AD0D1-A73F-49AC-A4EB-511B3A8A25A2}" dt="2026-09-03T15:08:34.233" v="1217" actId="478"/>
          <ac:picMkLst>
            <pc:docMk/>
            <pc:sldMk cId="2391418745" sldId="274"/>
            <ac:picMk id="16" creationId="{596DCC1D-76B6-A961-9816-61B4AA6B4FF7}"/>
          </ac:picMkLst>
        </pc:picChg>
        <pc:picChg chg="add del mod">
          <ac:chgData name="Nate Rocks" userId="9139e2ceb00f3fb1" providerId="LiveId" clId="{859AD0D1-A73F-49AC-A4EB-511B3A8A25A2}" dt="2026-09-04T04:43:00.019" v="1407" actId="1076"/>
          <ac:picMkLst>
            <pc:docMk/>
            <pc:sldMk cId="2391418745" sldId="274"/>
            <ac:picMk id="22" creationId="{59CBACD2-908D-669C-0354-A341865F3E2C}"/>
          </ac:picMkLst>
        </pc:picChg>
        <pc:picChg chg="add del mod">
          <ac:chgData name="Nate Rocks" userId="9139e2ceb00f3fb1" providerId="LiveId" clId="{859AD0D1-A73F-49AC-A4EB-511B3A8A25A2}" dt="2026-09-04T04:29:57.583" v="1316" actId="22"/>
          <ac:picMkLst>
            <pc:docMk/>
            <pc:sldMk cId="2391418745" sldId="274"/>
            <ac:picMk id="35" creationId="{3D2D26EF-38C1-7EC4-134E-270ED3C21BFE}"/>
          </ac:picMkLst>
        </pc:picChg>
        <pc:picChg chg="add">
          <ac:chgData name="Nate Rocks" userId="9139e2ceb00f3fb1" providerId="LiveId" clId="{859AD0D1-A73F-49AC-A4EB-511B3A8A25A2}" dt="2026-09-04T04:30:25.198" v="1327" actId="22"/>
          <ac:picMkLst>
            <pc:docMk/>
            <pc:sldMk cId="2391418745" sldId="274"/>
            <ac:picMk id="50" creationId="{1B89F3B9-5C44-E684-74D0-7A2E6EC11C7F}"/>
          </ac:picMkLst>
        </pc:picChg>
        <pc:picChg chg="add del">
          <ac:chgData name="Nate Rocks" userId="9139e2ceb00f3fb1" providerId="LiveId" clId="{859AD0D1-A73F-49AC-A4EB-511B3A8A25A2}" dt="2026-09-04T04:44:28.057" v="1422" actId="22"/>
          <ac:picMkLst>
            <pc:docMk/>
            <pc:sldMk cId="2391418745" sldId="274"/>
            <ac:picMk id="56" creationId="{7FEDAA9A-4E58-C3B1-1FF9-98DC3CD87802}"/>
          </ac:picMkLst>
        </pc:picChg>
        <pc:picChg chg="add del">
          <ac:chgData name="Nate Rocks" userId="9139e2ceb00f3fb1" providerId="LiveId" clId="{859AD0D1-A73F-49AC-A4EB-511B3A8A25A2}" dt="2026-09-04T04:44:35.097" v="1424" actId="22"/>
          <ac:picMkLst>
            <pc:docMk/>
            <pc:sldMk cId="2391418745" sldId="274"/>
            <ac:picMk id="58" creationId="{2AB2397F-4596-2A3E-03AD-A51CC22E7991}"/>
          </ac:picMkLst>
        </pc:picChg>
        <pc:picChg chg="add">
          <ac:chgData name="Nate Rocks" userId="9139e2ceb00f3fb1" providerId="LiveId" clId="{859AD0D1-A73F-49AC-A4EB-511B3A8A25A2}" dt="2026-09-04T04:44:37.387" v="1426" actId="22"/>
          <ac:picMkLst>
            <pc:docMk/>
            <pc:sldMk cId="2391418745" sldId="274"/>
            <ac:picMk id="60" creationId="{E28CF116-8BED-C904-8448-8D50FE61780B}"/>
          </ac:picMkLst>
        </pc:picChg>
        <pc:cxnChg chg="mod">
          <ac:chgData name="Nate Rocks" userId="9139e2ceb00f3fb1" providerId="LiveId" clId="{859AD0D1-A73F-49AC-A4EB-511B3A8A25A2}" dt="2026-09-04T04:43:10.849" v="1410" actId="1076"/>
          <ac:cxnSpMkLst>
            <pc:docMk/>
            <pc:sldMk cId="2391418745" sldId="274"/>
            <ac:cxnSpMk id="9" creationId="{82727EAC-C368-8B40-EDAF-A208A09CACAA}"/>
          </ac:cxnSpMkLst>
        </pc:cxnChg>
        <pc:cxnChg chg="mod">
          <ac:chgData name="Nate Rocks" userId="9139e2ceb00f3fb1" providerId="LiveId" clId="{859AD0D1-A73F-49AC-A4EB-511B3A8A25A2}" dt="2026-09-04T04:29:46.898" v="1313" actId="1076"/>
          <ac:cxnSpMkLst>
            <pc:docMk/>
            <pc:sldMk cId="2391418745" sldId="274"/>
            <ac:cxnSpMk id="20" creationId="{90BC4D09-0FE1-5889-9D18-AC9744EEF132}"/>
          </ac:cxnSpMkLst>
        </pc:cxnChg>
        <pc:cxnChg chg="mod">
          <ac:chgData name="Nate Rocks" userId="9139e2ceb00f3fb1" providerId="LiveId" clId="{859AD0D1-A73F-49AC-A4EB-511B3A8A25A2}" dt="2026-09-04T04:29:46.898" v="1313" actId="1076"/>
          <ac:cxnSpMkLst>
            <pc:docMk/>
            <pc:sldMk cId="2391418745" sldId="274"/>
            <ac:cxnSpMk id="23" creationId="{0FA4042C-A7FC-D473-90C7-405854BA6081}"/>
          </ac:cxnSpMkLst>
        </pc:cxnChg>
        <pc:cxnChg chg="mod">
          <ac:chgData name="Nate Rocks" userId="9139e2ceb00f3fb1" providerId="LiveId" clId="{859AD0D1-A73F-49AC-A4EB-511B3A8A25A2}" dt="2026-09-04T04:29:46.898" v="1313" actId="1076"/>
          <ac:cxnSpMkLst>
            <pc:docMk/>
            <pc:sldMk cId="2391418745" sldId="274"/>
            <ac:cxnSpMk id="28" creationId="{C8A178B8-39BC-36E2-7E3B-65071E458184}"/>
          </ac:cxnSpMkLst>
        </pc:cxnChg>
        <pc:cxnChg chg="mod">
          <ac:chgData name="Nate Rocks" userId="9139e2ceb00f3fb1" providerId="LiveId" clId="{859AD0D1-A73F-49AC-A4EB-511B3A8A25A2}" dt="2026-09-04T04:29:46.898" v="1313" actId="1076"/>
          <ac:cxnSpMkLst>
            <pc:docMk/>
            <pc:sldMk cId="2391418745" sldId="274"/>
            <ac:cxnSpMk id="32" creationId="{FFD8FFCB-86E3-C4D1-47B7-4E096EF3C94A}"/>
          </ac:cxnSpMkLst>
        </pc:cxnChg>
      </pc:sldChg>
      <pc:sldChg chg="addSp delSp modSp add mod">
        <pc:chgData name="Nate Rocks" userId="9139e2ceb00f3fb1" providerId="LiveId" clId="{859AD0D1-A73F-49AC-A4EB-511B3A8A25A2}" dt="2026-09-04T18:23:00.353" v="1673"/>
        <pc:sldMkLst>
          <pc:docMk/>
          <pc:sldMk cId="310909622" sldId="275"/>
        </pc:sldMkLst>
        <pc:spChg chg="mod">
          <ac:chgData name="Nate Rocks" userId="9139e2ceb00f3fb1" providerId="LiveId" clId="{859AD0D1-A73F-49AC-A4EB-511B3A8A25A2}" dt="2026-09-04T04:43:52.310" v="1418" actId="1076"/>
          <ac:spMkLst>
            <pc:docMk/>
            <pc:sldMk cId="310909622" sldId="275"/>
            <ac:spMk id="2" creationId="{56C0EDFE-3037-D9CD-D56E-2680ECC8A360}"/>
          </ac:spMkLst>
        </pc:spChg>
        <pc:spChg chg="del mod">
          <ac:chgData name="Nate Rocks" userId="9139e2ceb00f3fb1" providerId="LiveId" clId="{859AD0D1-A73F-49AC-A4EB-511B3A8A25A2}" dt="2026-09-03T15:15:02.469" v="1276" actId="478"/>
          <ac:spMkLst>
            <pc:docMk/>
            <pc:sldMk cId="310909622" sldId="275"/>
            <ac:spMk id="4" creationId="{A2DA178D-FD58-E237-7FB1-A38CCB061355}"/>
          </ac:spMkLst>
        </pc:spChg>
        <pc:spChg chg="add del">
          <ac:chgData name="Nate Rocks" userId="9139e2ceb00f3fb1" providerId="LiveId" clId="{859AD0D1-A73F-49AC-A4EB-511B3A8A25A2}" dt="2026-09-03T15:15:06.429" v="1279" actId="22"/>
          <ac:spMkLst>
            <pc:docMk/>
            <pc:sldMk cId="310909622" sldId="275"/>
            <ac:spMk id="6" creationId="{707DEC42-9B6C-1B84-ED3E-70BFD312C572}"/>
          </ac:spMkLst>
        </pc:spChg>
        <pc:spChg chg="mod">
          <ac:chgData name="Nate Rocks" userId="9139e2ceb00f3fb1" providerId="LiveId" clId="{859AD0D1-A73F-49AC-A4EB-511B3A8A25A2}" dt="2026-09-04T18:23:00.353" v="1673"/>
          <ac:spMkLst>
            <pc:docMk/>
            <pc:sldMk cId="310909622" sldId="275"/>
            <ac:spMk id="8" creationId="{CBC92143-65EA-9687-7C88-F9E72056A073}"/>
          </ac:spMkLst>
        </pc:spChg>
        <pc:spChg chg="mod">
          <ac:chgData name="Nate Rocks" userId="9139e2ceb00f3fb1" providerId="LiveId" clId="{859AD0D1-A73F-49AC-A4EB-511B3A8A25A2}" dt="2026-09-04T04:38:47.349" v="1378" actId="113"/>
          <ac:spMkLst>
            <pc:docMk/>
            <pc:sldMk cId="310909622" sldId="275"/>
            <ac:spMk id="10" creationId="{EF9C5ADF-E22C-406C-F453-1EB7A17AEF5E}"/>
          </ac:spMkLst>
        </pc:spChg>
        <pc:spChg chg="mod">
          <ac:chgData name="Nate Rocks" userId="9139e2ceb00f3fb1" providerId="LiveId" clId="{859AD0D1-A73F-49AC-A4EB-511B3A8A25A2}" dt="2026-09-04T04:39:03.657" v="1384" actId="113"/>
          <ac:spMkLst>
            <pc:docMk/>
            <pc:sldMk cId="310909622" sldId="275"/>
            <ac:spMk id="13" creationId="{95B5353A-1CD7-D224-0137-EB0B1204C738}"/>
          </ac:spMkLst>
        </pc:spChg>
        <pc:spChg chg="add mod">
          <ac:chgData name="Nate Rocks" userId="9139e2ceb00f3fb1" providerId="LiveId" clId="{859AD0D1-A73F-49AC-A4EB-511B3A8A25A2}" dt="2026-09-04T02:55:19.589" v="1304" actId="1076"/>
          <ac:spMkLst>
            <pc:docMk/>
            <pc:sldMk cId="310909622" sldId="275"/>
            <ac:spMk id="15" creationId="{3E2BD984-B041-7753-8595-B2823762C6A3}"/>
          </ac:spMkLst>
        </pc:spChg>
        <pc:picChg chg="del mod">
          <ac:chgData name="Nate Rocks" userId="9139e2ceb00f3fb1" providerId="LiveId" clId="{859AD0D1-A73F-49AC-A4EB-511B3A8A25A2}" dt="2026-09-03T15:16:19.731" v="1292" actId="478"/>
          <ac:picMkLst>
            <pc:docMk/>
            <pc:sldMk cId="310909622" sldId="275"/>
            <ac:picMk id="11" creationId="{7DB2407E-BCFE-BFDB-33BD-48880CA28757}"/>
          </ac:picMkLst>
        </pc:picChg>
        <pc:picChg chg="del">
          <ac:chgData name="Nate Rocks" userId="9139e2ceb00f3fb1" providerId="LiveId" clId="{859AD0D1-A73F-49AC-A4EB-511B3A8A25A2}" dt="2026-09-04T04:43:41.102" v="1411" actId="478"/>
          <ac:picMkLst>
            <pc:docMk/>
            <pc:sldMk cId="310909622" sldId="275"/>
            <ac:picMk id="12" creationId="{A8484071-480E-C32A-E2A4-39E668A8AE89}"/>
          </ac:picMkLst>
        </pc:picChg>
        <pc:picChg chg="del">
          <ac:chgData name="Nate Rocks" userId="9139e2ceb00f3fb1" providerId="LiveId" clId="{859AD0D1-A73F-49AC-A4EB-511B3A8A25A2}" dt="2026-09-03T15:15:09.177" v="1280" actId="478"/>
          <ac:picMkLst>
            <pc:docMk/>
            <pc:sldMk cId="310909622" sldId="275"/>
            <ac:picMk id="14" creationId="{B53D3596-07DF-6CF9-1248-320944BFA342}"/>
          </ac:picMkLst>
        </pc:picChg>
        <pc:picChg chg="add mod">
          <ac:chgData name="Nate Rocks" userId="9139e2ceb00f3fb1" providerId="LiveId" clId="{859AD0D1-A73F-49AC-A4EB-511B3A8A25A2}" dt="2026-09-03T15:15:43.350" v="1288" actId="1076"/>
          <ac:picMkLst>
            <pc:docMk/>
            <pc:sldMk cId="310909622" sldId="275"/>
            <ac:picMk id="17" creationId="{E59C8CC1-A35C-28F8-8843-602A1AEF9C88}"/>
          </ac:picMkLst>
        </pc:picChg>
        <pc:picChg chg="del">
          <ac:chgData name="Nate Rocks" userId="9139e2ceb00f3fb1" providerId="LiveId" clId="{859AD0D1-A73F-49AC-A4EB-511B3A8A25A2}" dt="2026-09-03T15:15:03.788" v="1277" actId="478"/>
          <ac:picMkLst>
            <pc:docMk/>
            <pc:sldMk cId="310909622" sldId="275"/>
            <ac:picMk id="22" creationId="{A685A99F-4754-6CE9-ABE3-37197A0CD85B}"/>
          </ac:picMkLst>
        </pc:picChg>
        <pc:picChg chg="add">
          <ac:chgData name="Nate Rocks" userId="9139e2ceb00f3fb1" providerId="LiveId" clId="{859AD0D1-A73F-49AC-A4EB-511B3A8A25A2}" dt="2026-09-03T15:16:20.030" v="1293" actId="22"/>
          <ac:picMkLst>
            <pc:docMk/>
            <pc:sldMk cId="310909622" sldId="275"/>
            <ac:picMk id="26" creationId="{7D4B35F6-BD45-D2A4-43EF-FA38E7ADE8AC}"/>
          </ac:picMkLst>
        </pc:picChg>
        <pc:picChg chg="add mod">
          <ac:chgData name="Nate Rocks" userId="9139e2ceb00f3fb1" providerId="LiveId" clId="{859AD0D1-A73F-49AC-A4EB-511B3A8A25A2}" dt="2026-09-04T02:55:26.883" v="1305" actId="1076"/>
          <ac:picMkLst>
            <pc:docMk/>
            <pc:sldMk cId="310909622" sldId="275"/>
            <ac:picMk id="29" creationId="{9B2E156F-3E3A-9C8C-7DFE-8CB1D3F04CBC}"/>
          </ac:picMkLst>
        </pc:picChg>
        <pc:picChg chg="add del">
          <ac:chgData name="Nate Rocks" userId="9139e2ceb00f3fb1" providerId="LiveId" clId="{859AD0D1-A73F-49AC-A4EB-511B3A8A25A2}" dt="2026-09-04T04:41:29.896" v="1393" actId="22"/>
          <ac:picMkLst>
            <pc:docMk/>
            <pc:sldMk cId="310909622" sldId="275"/>
            <ac:picMk id="33" creationId="{5D797C56-1343-27C1-78B5-4CE5D677C3C6}"/>
          </ac:picMkLst>
        </pc:picChg>
        <pc:picChg chg="add mod">
          <ac:chgData name="Nate Rocks" userId="9139e2ceb00f3fb1" providerId="LiveId" clId="{859AD0D1-A73F-49AC-A4EB-511B3A8A25A2}" dt="2026-09-04T04:44:07.760" v="1420" actId="1076"/>
          <ac:picMkLst>
            <pc:docMk/>
            <pc:sldMk cId="310909622" sldId="275"/>
            <ac:picMk id="35" creationId="{2E1E7AD4-6DBE-E5F3-BFED-232022D069D9}"/>
          </ac:picMkLst>
        </pc:picChg>
        <pc:cxnChg chg="mod">
          <ac:chgData name="Nate Rocks" userId="9139e2ceb00f3fb1" providerId="LiveId" clId="{859AD0D1-A73F-49AC-A4EB-511B3A8A25A2}" dt="2026-09-04T02:55:49.938" v="1307" actId="14100"/>
          <ac:cxnSpMkLst>
            <pc:docMk/>
            <pc:sldMk cId="310909622" sldId="275"/>
            <ac:cxnSpMk id="9" creationId="{8F9AF5ED-6082-082C-5B19-D5D06E15EAC5}"/>
          </ac:cxnSpMkLst>
        </pc:cxnChg>
        <pc:cxnChg chg="mod">
          <ac:chgData name="Nate Rocks" userId="9139e2ceb00f3fb1" providerId="LiveId" clId="{859AD0D1-A73F-49AC-A4EB-511B3A8A25A2}" dt="2026-09-04T04:43:52.310" v="1418" actId="1076"/>
          <ac:cxnSpMkLst>
            <pc:docMk/>
            <pc:sldMk cId="310909622" sldId="275"/>
            <ac:cxnSpMk id="20" creationId="{1963C06F-08C0-E20F-F63C-A37A89B55B20}"/>
          </ac:cxnSpMkLst>
        </pc:cxnChg>
        <pc:cxnChg chg="mod">
          <ac:chgData name="Nate Rocks" userId="9139e2ceb00f3fb1" providerId="LiveId" clId="{859AD0D1-A73F-49AC-A4EB-511B3A8A25A2}" dt="2026-09-04T04:43:52.310" v="1418" actId="1076"/>
          <ac:cxnSpMkLst>
            <pc:docMk/>
            <pc:sldMk cId="310909622" sldId="275"/>
            <ac:cxnSpMk id="23" creationId="{9EB95E41-94B5-FE6C-BC90-234C41F808D9}"/>
          </ac:cxnSpMkLst>
        </pc:cxnChg>
        <pc:cxnChg chg="mod">
          <ac:chgData name="Nate Rocks" userId="9139e2ceb00f3fb1" providerId="LiveId" clId="{859AD0D1-A73F-49AC-A4EB-511B3A8A25A2}" dt="2026-09-04T04:43:52.310" v="1418" actId="1076"/>
          <ac:cxnSpMkLst>
            <pc:docMk/>
            <pc:sldMk cId="310909622" sldId="275"/>
            <ac:cxnSpMk id="28" creationId="{6E5AEBBA-C99D-3B3C-2116-755236D38085}"/>
          </ac:cxnSpMkLst>
        </pc:cxnChg>
        <pc:cxnChg chg="mod">
          <ac:chgData name="Nate Rocks" userId="9139e2ceb00f3fb1" providerId="LiveId" clId="{859AD0D1-A73F-49AC-A4EB-511B3A8A25A2}" dt="2026-09-04T04:43:52.310" v="1418" actId="1076"/>
          <ac:cxnSpMkLst>
            <pc:docMk/>
            <pc:sldMk cId="310909622" sldId="275"/>
            <ac:cxnSpMk id="32" creationId="{780232C4-A90A-785A-1A0F-A70308BAE7FE}"/>
          </ac:cxnSpMkLst>
        </pc:cxnChg>
      </pc:sldChg>
      <pc:sldChg chg="addSp delSp modSp add del mod">
        <pc:chgData name="Nate Rocks" userId="9139e2ceb00f3fb1" providerId="LiveId" clId="{859AD0D1-A73F-49AC-A4EB-511B3A8A25A2}" dt="2026-09-03T15:14:08.827" v="1256"/>
        <pc:sldMkLst>
          <pc:docMk/>
          <pc:sldMk cId="4223874384" sldId="275"/>
        </pc:sldMkLst>
        <pc:spChg chg="mod">
          <ac:chgData name="Nate Rocks" userId="9139e2ceb00f3fb1" providerId="LiveId" clId="{859AD0D1-A73F-49AC-A4EB-511B3A8A25A2}" dt="2026-09-03T15:14:07.412" v="1250" actId="1076"/>
          <ac:spMkLst>
            <pc:docMk/>
            <pc:sldMk cId="4223874384" sldId="275"/>
            <ac:spMk id="4" creationId="{77DE5ECE-2E2D-3C9A-7BE7-699BB6C51441}"/>
          </ac:spMkLst>
        </pc:spChg>
        <pc:spChg chg="add del">
          <ac:chgData name="Nate Rocks" userId="9139e2ceb00f3fb1" providerId="LiveId" clId="{859AD0D1-A73F-49AC-A4EB-511B3A8A25A2}" dt="2026-09-03T15:14:08.252" v="1253" actId="478"/>
          <ac:spMkLst>
            <pc:docMk/>
            <pc:sldMk cId="4223874384" sldId="275"/>
            <ac:spMk id="43" creationId="{E314000E-C4E0-DA05-6FBF-7F612B1BBC6F}"/>
          </ac:spMkLst>
        </pc:spChg>
        <pc:spChg chg="add del">
          <ac:chgData name="Nate Rocks" userId="9139e2ceb00f3fb1" providerId="LiveId" clId="{859AD0D1-A73F-49AC-A4EB-511B3A8A25A2}" dt="2026-09-03T15:14:08.252" v="1253" actId="478"/>
          <ac:spMkLst>
            <pc:docMk/>
            <pc:sldMk cId="4223874384" sldId="275"/>
            <ac:spMk id="44" creationId="{945990E1-2138-E6F9-F369-2CBC1244F0DB}"/>
          </ac:spMkLst>
        </pc:spChg>
        <pc:grpChg chg="add del">
          <ac:chgData name="Nate Rocks" userId="9139e2ceb00f3fb1" providerId="LiveId" clId="{859AD0D1-A73F-49AC-A4EB-511B3A8A25A2}" dt="2026-09-03T15:14:08.252" v="1253" actId="478"/>
          <ac:grpSpMkLst>
            <pc:docMk/>
            <pc:sldMk cId="4223874384" sldId="275"/>
            <ac:grpSpMk id="40" creationId="{41F08B03-0AD5-1309-E776-C3BB29533671}"/>
          </ac:grpSpMkLst>
        </pc:grpChg>
      </pc:sldChg>
      <pc:sldChg chg="addSp delSp modSp add mod">
        <pc:chgData name="Nate Rocks" userId="9139e2ceb00f3fb1" providerId="LiveId" clId="{859AD0D1-A73F-49AC-A4EB-511B3A8A25A2}" dt="2026-09-04T18:30:28.392" v="1760" actId="13926"/>
        <pc:sldMkLst>
          <pc:docMk/>
          <pc:sldMk cId="3489407856" sldId="276"/>
        </pc:sldMkLst>
        <pc:spChg chg="add del">
          <ac:chgData name="Nate Rocks" userId="9139e2ceb00f3fb1" providerId="LiveId" clId="{859AD0D1-A73F-49AC-A4EB-511B3A8A25A2}" dt="2026-09-04T04:41:06.624" v="1387" actId="22"/>
          <ac:spMkLst>
            <pc:docMk/>
            <pc:sldMk cId="3489407856" sldId="276"/>
            <ac:spMk id="4" creationId="{077F28C4-5A0E-837A-C2A8-2C171CA62B74}"/>
          </ac:spMkLst>
        </pc:spChg>
        <pc:spChg chg="add">
          <ac:chgData name="Nate Rocks" userId="9139e2ceb00f3fb1" providerId="LiveId" clId="{859AD0D1-A73F-49AC-A4EB-511B3A8A25A2}" dt="2026-09-04T04:41:08.940" v="1389" actId="22"/>
          <ac:spMkLst>
            <pc:docMk/>
            <pc:sldMk cId="3489407856" sldId="276"/>
            <ac:spMk id="7" creationId="{E42EA19E-B12D-F342-F976-630144D2C653}"/>
          </ac:spMkLst>
        </pc:spChg>
        <pc:spChg chg="mod">
          <ac:chgData name="Nate Rocks" userId="9139e2ceb00f3fb1" providerId="LiveId" clId="{859AD0D1-A73F-49AC-A4EB-511B3A8A25A2}" dt="2026-09-04T18:30:28.392" v="1760" actId="13926"/>
          <ac:spMkLst>
            <pc:docMk/>
            <pc:sldMk cId="3489407856" sldId="276"/>
            <ac:spMk id="8" creationId="{69C6BDA1-5B70-7A8B-432D-61B2F3CB1CF7}"/>
          </ac:spMkLst>
        </pc:spChg>
        <pc:spChg chg="mod">
          <ac:chgData name="Nate Rocks" userId="9139e2ceb00f3fb1" providerId="LiveId" clId="{859AD0D1-A73F-49AC-A4EB-511B3A8A25A2}" dt="2026-09-04T04:46:09.708" v="1447" actId="113"/>
          <ac:spMkLst>
            <pc:docMk/>
            <pc:sldMk cId="3489407856" sldId="276"/>
            <ac:spMk id="10" creationId="{A9E0D293-8425-9D7A-3802-D98190CD9716}"/>
          </ac:spMkLst>
        </pc:spChg>
        <pc:spChg chg="mod">
          <ac:chgData name="Nate Rocks" userId="9139e2ceb00f3fb1" providerId="LiveId" clId="{859AD0D1-A73F-49AC-A4EB-511B3A8A25A2}" dt="2026-09-04T04:47:03.585" v="1466" actId="1076"/>
          <ac:spMkLst>
            <pc:docMk/>
            <pc:sldMk cId="3489407856" sldId="276"/>
            <ac:spMk id="13" creationId="{BAB3A179-E830-27AF-88DA-C9F0EFB716E5}"/>
          </ac:spMkLst>
        </pc:spChg>
        <pc:spChg chg="del">
          <ac:chgData name="Nate Rocks" userId="9139e2ceb00f3fb1" providerId="LiveId" clId="{859AD0D1-A73F-49AC-A4EB-511B3A8A25A2}" dt="2026-09-04T04:41:11.082" v="1390" actId="478"/>
          <ac:spMkLst>
            <pc:docMk/>
            <pc:sldMk cId="3489407856" sldId="276"/>
            <ac:spMk id="15" creationId="{C75568D2-A324-56F6-FB9F-B09C25E79856}"/>
          </ac:spMkLst>
        </pc:spChg>
        <pc:picChg chg="del">
          <ac:chgData name="Nate Rocks" userId="9139e2ceb00f3fb1" providerId="LiveId" clId="{859AD0D1-A73F-49AC-A4EB-511B3A8A25A2}" dt="2026-09-04T04:41:08.545" v="1388" actId="478"/>
          <ac:picMkLst>
            <pc:docMk/>
            <pc:sldMk cId="3489407856" sldId="276"/>
            <ac:picMk id="12" creationId="{BA8DF50B-1922-0598-6C8B-08863630F642}"/>
          </ac:picMkLst>
        </pc:picChg>
        <pc:picChg chg="add mod">
          <ac:chgData name="Nate Rocks" userId="9139e2ceb00f3fb1" providerId="LiveId" clId="{859AD0D1-A73F-49AC-A4EB-511B3A8A25A2}" dt="2026-09-04T04:41:41.740" v="1396" actId="1076"/>
          <ac:picMkLst>
            <pc:docMk/>
            <pc:sldMk cId="3489407856" sldId="276"/>
            <ac:picMk id="14" creationId="{0282659B-5246-D7C3-97F8-502BB29DA03F}"/>
          </ac:picMkLst>
        </pc:picChg>
        <pc:picChg chg="add mod">
          <ac:chgData name="Nate Rocks" userId="9139e2ceb00f3fb1" providerId="LiveId" clId="{859AD0D1-A73F-49AC-A4EB-511B3A8A25A2}" dt="2026-09-04T04:42:09.746" v="1398" actId="1076"/>
          <ac:picMkLst>
            <pc:docMk/>
            <pc:sldMk cId="3489407856" sldId="276"/>
            <ac:picMk id="18" creationId="{3E281D5C-B4F6-CA6D-0BCA-F52D36D3B5EC}"/>
          </ac:picMkLst>
        </pc:picChg>
        <pc:picChg chg="del">
          <ac:chgData name="Nate Rocks" userId="9139e2ceb00f3fb1" providerId="LiveId" clId="{859AD0D1-A73F-49AC-A4EB-511B3A8A25A2}" dt="2026-09-04T04:41:12.627" v="1391" actId="478"/>
          <ac:picMkLst>
            <pc:docMk/>
            <pc:sldMk cId="3489407856" sldId="276"/>
            <ac:picMk id="29" creationId="{096ADBD1-5987-EB43-64BC-85386351B79D}"/>
          </ac:picMkLst>
        </pc:picChg>
        <pc:cxnChg chg="mod">
          <ac:chgData name="Nate Rocks" userId="9139e2ceb00f3fb1" providerId="LiveId" clId="{859AD0D1-A73F-49AC-A4EB-511B3A8A25A2}" dt="2026-09-04T04:42:39.038" v="1404" actId="14100"/>
          <ac:cxnSpMkLst>
            <pc:docMk/>
            <pc:sldMk cId="3489407856" sldId="276"/>
            <ac:cxnSpMk id="9" creationId="{FCE0F7BB-EF70-6102-3B42-0667ED5B8ECF}"/>
          </ac:cxnSpMkLst>
        </pc:cxnChg>
      </pc:sldChg>
      <pc:sldChg chg="addSp delSp modSp add mod">
        <pc:chgData name="Nate Rocks" userId="9139e2ceb00f3fb1" providerId="LiveId" clId="{859AD0D1-A73F-49AC-A4EB-511B3A8A25A2}" dt="2026-09-04T18:35:25.333" v="1788" actId="1076"/>
        <pc:sldMkLst>
          <pc:docMk/>
          <pc:sldMk cId="182176643" sldId="277"/>
        </pc:sldMkLst>
        <pc:spChg chg="add mod">
          <ac:chgData name="Nate Rocks" userId="9139e2ceb00f3fb1" providerId="LiveId" clId="{859AD0D1-A73F-49AC-A4EB-511B3A8A25A2}" dt="2026-09-04T04:48:08.843" v="1480" actId="113"/>
          <ac:spMkLst>
            <pc:docMk/>
            <pc:sldMk cId="182176643" sldId="277"/>
            <ac:spMk id="3" creationId="{BB59F729-ADE5-41C7-441A-4AC0D61D584C}"/>
          </ac:spMkLst>
        </pc:spChg>
        <pc:spChg chg="add mod">
          <ac:chgData name="Nate Rocks" userId="9139e2ceb00f3fb1" providerId="LiveId" clId="{859AD0D1-A73F-49AC-A4EB-511B3A8A25A2}" dt="2026-09-04T04:48:20.923" v="1485" actId="113"/>
          <ac:spMkLst>
            <pc:docMk/>
            <pc:sldMk cId="182176643" sldId="277"/>
            <ac:spMk id="4" creationId="{3648C564-4C6B-1107-7D95-6541CFD1C2FD}"/>
          </ac:spMkLst>
        </pc:spChg>
        <pc:spChg chg="mod">
          <ac:chgData name="Nate Rocks" userId="9139e2ceb00f3fb1" providerId="LiveId" clId="{859AD0D1-A73F-49AC-A4EB-511B3A8A25A2}" dt="2026-09-04T18:30:33.792" v="1761" actId="13926"/>
          <ac:spMkLst>
            <pc:docMk/>
            <pc:sldMk cId="182176643" sldId="277"/>
            <ac:spMk id="8" creationId="{8289F35F-7B67-E8FE-73D9-4EBB0D5F2AAB}"/>
          </ac:spMkLst>
        </pc:spChg>
        <pc:spChg chg="mod">
          <ac:chgData name="Nate Rocks" userId="9139e2ceb00f3fb1" providerId="LiveId" clId="{859AD0D1-A73F-49AC-A4EB-511B3A8A25A2}" dt="2026-09-04T04:47:48.333" v="1474" actId="113"/>
          <ac:spMkLst>
            <pc:docMk/>
            <pc:sldMk cId="182176643" sldId="277"/>
            <ac:spMk id="10" creationId="{9503F491-E8C7-DCE2-0D37-DB524A74908C}"/>
          </ac:spMkLst>
        </pc:spChg>
        <pc:spChg chg="del">
          <ac:chgData name="Nate Rocks" userId="9139e2ceb00f3fb1" providerId="LiveId" clId="{859AD0D1-A73F-49AC-A4EB-511B3A8A25A2}" dt="2026-09-04T04:47:51.815" v="1475" actId="478"/>
          <ac:spMkLst>
            <pc:docMk/>
            <pc:sldMk cId="182176643" sldId="277"/>
            <ac:spMk id="13" creationId="{E3B745BE-A3C3-F88F-BEBF-0714DA89FBAF}"/>
          </ac:spMkLst>
        </pc:spChg>
        <pc:picChg chg="add mod modCrop">
          <ac:chgData name="Nate Rocks" userId="9139e2ceb00f3fb1" providerId="LiveId" clId="{859AD0D1-A73F-49AC-A4EB-511B3A8A25A2}" dt="2026-09-04T18:35:25.333" v="1788" actId="1076"/>
          <ac:picMkLst>
            <pc:docMk/>
            <pc:sldMk cId="182176643" sldId="277"/>
            <ac:picMk id="11" creationId="{DA3E2F73-2D5A-2EA9-B533-137BC1BB8BA9}"/>
          </ac:picMkLst>
        </pc:picChg>
      </pc:sldChg>
      <pc:sldChg chg="addSp delSp modSp add mod">
        <pc:chgData name="Nate Rocks" userId="9139e2ceb00f3fb1" providerId="LiveId" clId="{859AD0D1-A73F-49AC-A4EB-511B3A8A25A2}" dt="2026-09-04T18:30:38.764" v="1762" actId="13926"/>
        <pc:sldMkLst>
          <pc:docMk/>
          <pc:sldMk cId="1238440497" sldId="278"/>
        </pc:sldMkLst>
        <pc:spChg chg="del">
          <ac:chgData name="Nate Rocks" userId="9139e2ceb00f3fb1" providerId="LiveId" clId="{859AD0D1-A73F-49AC-A4EB-511B3A8A25A2}" dt="2026-09-04T04:49:13.027" v="1491" actId="478"/>
          <ac:spMkLst>
            <pc:docMk/>
            <pc:sldMk cId="1238440497" sldId="278"/>
            <ac:spMk id="3" creationId="{33711653-6954-4F1C-9B9F-FAEDBAACC1DB}"/>
          </ac:spMkLst>
        </pc:spChg>
        <pc:spChg chg="del">
          <ac:chgData name="Nate Rocks" userId="9139e2ceb00f3fb1" providerId="LiveId" clId="{859AD0D1-A73F-49AC-A4EB-511B3A8A25A2}" dt="2026-09-04T04:49:13.027" v="1491" actId="478"/>
          <ac:spMkLst>
            <pc:docMk/>
            <pc:sldMk cId="1238440497" sldId="278"/>
            <ac:spMk id="4" creationId="{9A172D38-B407-AEE2-9E96-CEDE7060515B}"/>
          </ac:spMkLst>
        </pc:spChg>
        <pc:spChg chg="ord">
          <ac:chgData name="Nate Rocks" userId="9139e2ceb00f3fb1" providerId="LiveId" clId="{859AD0D1-A73F-49AC-A4EB-511B3A8A25A2}" dt="2026-09-04T18:16:16.918" v="1619" actId="171"/>
          <ac:spMkLst>
            <pc:docMk/>
            <pc:sldMk cId="1238440497" sldId="278"/>
            <ac:spMk id="7" creationId="{188E1002-7337-3321-CC10-B39791013F8C}"/>
          </ac:spMkLst>
        </pc:spChg>
        <pc:spChg chg="mod">
          <ac:chgData name="Nate Rocks" userId="9139e2ceb00f3fb1" providerId="LiveId" clId="{859AD0D1-A73F-49AC-A4EB-511B3A8A25A2}" dt="2026-09-04T18:30:38.764" v="1762" actId="13926"/>
          <ac:spMkLst>
            <pc:docMk/>
            <pc:sldMk cId="1238440497" sldId="278"/>
            <ac:spMk id="8" creationId="{97BE0F7F-13AE-FD63-56F3-2EF25BF2BD9A}"/>
          </ac:spMkLst>
        </pc:spChg>
        <pc:spChg chg="mod">
          <ac:chgData name="Nate Rocks" userId="9139e2ceb00f3fb1" providerId="LiveId" clId="{859AD0D1-A73F-49AC-A4EB-511B3A8A25A2}" dt="2026-09-04T04:49:23.223" v="1498" actId="113"/>
          <ac:spMkLst>
            <pc:docMk/>
            <pc:sldMk cId="1238440497" sldId="278"/>
            <ac:spMk id="10" creationId="{ED250FA3-A546-B9D0-3334-E578FB011C07}"/>
          </ac:spMkLst>
        </pc:spChg>
        <pc:grpChg chg="add del mod">
          <ac:chgData name="Nate Rocks" userId="9139e2ceb00f3fb1" providerId="LiveId" clId="{859AD0D1-A73F-49AC-A4EB-511B3A8A25A2}" dt="2026-09-04T18:19:29.643" v="1644" actId="478"/>
          <ac:grpSpMkLst>
            <pc:docMk/>
            <pc:sldMk cId="1238440497" sldId="278"/>
            <ac:grpSpMk id="12" creationId="{A17D9236-5C08-20D8-A055-5A83BAAD6D98}"/>
          </ac:grpSpMkLst>
        </pc:grpChg>
        <pc:picChg chg="add del mod">
          <ac:chgData name="Nate Rocks" userId="9139e2ceb00f3fb1" providerId="LiveId" clId="{859AD0D1-A73F-49AC-A4EB-511B3A8A25A2}" dt="2026-09-04T04:50:02.055" v="1505" actId="478"/>
          <ac:picMkLst>
            <pc:docMk/>
            <pc:sldMk cId="1238440497" sldId="278"/>
            <ac:picMk id="11" creationId="{A12C1502-663F-443C-11E4-5A4B1C0AD831}"/>
          </ac:picMkLst>
        </pc:picChg>
        <pc:picChg chg="mod">
          <ac:chgData name="Nate Rocks" userId="9139e2ceb00f3fb1" providerId="LiveId" clId="{859AD0D1-A73F-49AC-A4EB-511B3A8A25A2}" dt="2026-09-04T18:16:01.808" v="1614"/>
          <ac:picMkLst>
            <pc:docMk/>
            <pc:sldMk cId="1238440497" sldId="278"/>
            <ac:picMk id="13" creationId="{9A400265-24C6-FC54-641D-7DE12CF039BB}"/>
          </ac:picMkLst>
        </pc:picChg>
        <pc:picChg chg="del">
          <ac:chgData name="Nate Rocks" userId="9139e2ceb00f3fb1" providerId="LiveId" clId="{859AD0D1-A73F-49AC-A4EB-511B3A8A25A2}" dt="2026-09-04T18:16:00.827" v="1613" actId="478"/>
          <ac:picMkLst>
            <pc:docMk/>
            <pc:sldMk cId="1238440497" sldId="278"/>
            <ac:picMk id="14" creationId="{7A8F7956-4FE4-E804-A9B2-7BA0D4571796}"/>
          </ac:picMkLst>
        </pc:picChg>
        <pc:picChg chg="mod">
          <ac:chgData name="Nate Rocks" userId="9139e2ceb00f3fb1" providerId="LiveId" clId="{859AD0D1-A73F-49AC-A4EB-511B3A8A25A2}" dt="2026-09-04T18:16:01.808" v="1614"/>
          <ac:picMkLst>
            <pc:docMk/>
            <pc:sldMk cId="1238440497" sldId="278"/>
            <ac:picMk id="15" creationId="{0A20E9EF-EA8C-C356-CD89-6FA6476AF069}"/>
          </ac:picMkLst>
        </pc:picChg>
        <pc:picChg chg="mod">
          <ac:chgData name="Nate Rocks" userId="9139e2ceb00f3fb1" providerId="LiveId" clId="{859AD0D1-A73F-49AC-A4EB-511B3A8A25A2}" dt="2026-09-04T18:16:01.808" v="1614"/>
          <ac:picMkLst>
            <pc:docMk/>
            <pc:sldMk cId="1238440497" sldId="278"/>
            <ac:picMk id="16" creationId="{323DFFCE-9262-9D5A-3A9F-D57A8B1D85FB}"/>
          </ac:picMkLst>
        </pc:picChg>
        <pc:picChg chg="del">
          <ac:chgData name="Nate Rocks" userId="9139e2ceb00f3fb1" providerId="LiveId" clId="{859AD0D1-A73F-49AC-A4EB-511B3A8A25A2}" dt="2026-09-04T18:15:59.121" v="1612" actId="478"/>
          <ac:picMkLst>
            <pc:docMk/>
            <pc:sldMk cId="1238440497" sldId="278"/>
            <ac:picMk id="17" creationId="{75EE83E5-FD01-E1ED-BD7C-2A93C1275344}"/>
          </ac:picMkLst>
        </pc:picChg>
        <pc:picChg chg="ord">
          <ac:chgData name="Nate Rocks" userId="9139e2ceb00f3fb1" providerId="LiveId" clId="{859AD0D1-A73F-49AC-A4EB-511B3A8A25A2}" dt="2026-09-04T18:16:12.590" v="1617" actId="166"/>
          <ac:picMkLst>
            <pc:docMk/>
            <pc:sldMk cId="1238440497" sldId="278"/>
            <ac:picMk id="18" creationId="{AA5CD2C8-E381-8D58-513E-B2ECEFE22E7C}"/>
          </ac:picMkLst>
        </pc:picChg>
        <pc:picChg chg="mod">
          <ac:chgData name="Nate Rocks" userId="9139e2ceb00f3fb1" providerId="LiveId" clId="{859AD0D1-A73F-49AC-A4EB-511B3A8A25A2}" dt="2026-09-04T18:16:01.808" v="1614"/>
          <ac:picMkLst>
            <pc:docMk/>
            <pc:sldMk cId="1238440497" sldId="278"/>
            <ac:picMk id="19" creationId="{E17964A1-B412-9129-F3AC-482BF2B5CBD0}"/>
          </ac:picMkLst>
        </pc:picChg>
        <pc:picChg chg="mod">
          <ac:chgData name="Nate Rocks" userId="9139e2ceb00f3fb1" providerId="LiveId" clId="{859AD0D1-A73F-49AC-A4EB-511B3A8A25A2}" dt="2026-09-04T18:16:01.808" v="1614"/>
          <ac:picMkLst>
            <pc:docMk/>
            <pc:sldMk cId="1238440497" sldId="278"/>
            <ac:picMk id="21" creationId="{6ADFBB5B-4122-2FED-8555-8DBB02DBDB0C}"/>
          </ac:picMkLst>
        </pc:picChg>
        <pc:picChg chg="mod">
          <ac:chgData name="Nate Rocks" userId="9139e2ceb00f3fb1" providerId="LiveId" clId="{859AD0D1-A73F-49AC-A4EB-511B3A8A25A2}" dt="2026-09-04T18:16:01.808" v="1614"/>
          <ac:picMkLst>
            <pc:docMk/>
            <pc:sldMk cId="1238440497" sldId="278"/>
            <ac:picMk id="22" creationId="{B7D2C627-ADBD-EBFA-3D32-7C6258AA6475}"/>
          </ac:picMkLst>
        </pc:picChg>
        <pc:picChg chg="add">
          <ac:chgData name="Nate Rocks" userId="9139e2ceb00f3fb1" providerId="LiveId" clId="{859AD0D1-A73F-49AC-A4EB-511B3A8A25A2}" dt="2026-09-04T18:19:38.452" v="1645" actId="22"/>
          <ac:picMkLst>
            <pc:docMk/>
            <pc:sldMk cId="1238440497" sldId="278"/>
            <ac:picMk id="25" creationId="{ABE7245B-EB3A-D246-CCD0-B762B93BEE9D}"/>
          </ac:picMkLst>
        </pc:picChg>
        <pc:picChg chg="del">
          <ac:chgData name="Nate Rocks" userId="9139e2ceb00f3fb1" providerId="LiveId" clId="{859AD0D1-A73F-49AC-A4EB-511B3A8A25A2}" dt="2026-09-04T18:15:59.121" v="1612" actId="478"/>
          <ac:picMkLst>
            <pc:docMk/>
            <pc:sldMk cId="1238440497" sldId="278"/>
            <ac:picMk id="26" creationId="{699C3FC8-B923-EC06-E737-B040E4F5826F}"/>
          </ac:picMkLst>
        </pc:picChg>
        <pc:picChg chg="add">
          <ac:chgData name="Nate Rocks" userId="9139e2ceb00f3fb1" providerId="LiveId" clId="{859AD0D1-A73F-49AC-A4EB-511B3A8A25A2}" dt="2026-09-04T18:19:38.452" v="1645" actId="22"/>
          <ac:picMkLst>
            <pc:docMk/>
            <pc:sldMk cId="1238440497" sldId="278"/>
            <ac:picMk id="29" creationId="{D36BA95B-F8B7-0A98-4989-5134D0D56306}"/>
          </ac:picMkLst>
        </pc:picChg>
        <pc:picChg chg="add">
          <ac:chgData name="Nate Rocks" userId="9139e2ceb00f3fb1" providerId="LiveId" clId="{859AD0D1-A73F-49AC-A4EB-511B3A8A25A2}" dt="2026-09-04T18:19:38.452" v="1645" actId="22"/>
          <ac:picMkLst>
            <pc:docMk/>
            <pc:sldMk cId="1238440497" sldId="278"/>
            <ac:picMk id="31" creationId="{2403B668-9DC0-F569-A2C8-ED871F296B5F}"/>
          </ac:picMkLst>
        </pc:picChg>
      </pc:sldChg>
      <pc:sldChg chg="addSp delSp modSp add mod">
        <pc:chgData name="Nate Rocks" userId="9139e2ceb00f3fb1" providerId="LiveId" clId="{859AD0D1-A73F-49AC-A4EB-511B3A8A25A2}" dt="2026-09-04T18:32:06.110" v="1775" actId="13926"/>
        <pc:sldMkLst>
          <pc:docMk/>
          <pc:sldMk cId="2402312889" sldId="279"/>
        </pc:sldMkLst>
        <pc:spChg chg="mod">
          <ac:chgData name="Nate Rocks" userId="9139e2ceb00f3fb1" providerId="LiveId" clId="{859AD0D1-A73F-49AC-A4EB-511B3A8A25A2}" dt="2026-09-04T18:20:27.636" v="1658" actId="1076"/>
          <ac:spMkLst>
            <pc:docMk/>
            <pc:sldMk cId="2402312889" sldId="279"/>
            <ac:spMk id="2" creationId="{4CBF2B2F-2E3B-B1B8-151E-908A73B5032F}"/>
          </ac:spMkLst>
        </pc:spChg>
        <pc:spChg chg="add mod">
          <ac:chgData name="Nate Rocks" userId="9139e2ceb00f3fb1" providerId="LiveId" clId="{859AD0D1-A73F-49AC-A4EB-511B3A8A25A2}" dt="2026-09-04T04:50:49.495" v="1521" actId="113"/>
          <ac:spMkLst>
            <pc:docMk/>
            <pc:sldMk cId="2402312889" sldId="279"/>
            <ac:spMk id="3" creationId="{BE69F292-8EA4-1F0F-7594-2A00728755ED}"/>
          </ac:spMkLst>
        </pc:spChg>
        <pc:spChg chg="add mod">
          <ac:chgData name="Nate Rocks" userId="9139e2ceb00f3fb1" providerId="LiveId" clId="{859AD0D1-A73F-49AC-A4EB-511B3A8A25A2}" dt="2026-09-04T04:51:15.850" v="1538" actId="20577"/>
          <ac:spMkLst>
            <pc:docMk/>
            <pc:sldMk cId="2402312889" sldId="279"/>
            <ac:spMk id="4" creationId="{435A73C5-0EB2-26E9-980A-1E036D8DF96A}"/>
          </ac:spMkLst>
        </pc:spChg>
        <pc:spChg chg="del mod">
          <ac:chgData name="Nate Rocks" userId="9139e2ceb00f3fb1" providerId="LiveId" clId="{859AD0D1-A73F-49AC-A4EB-511B3A8A25A2}" dt="2026-09-04T18:17:10.617" v="1621" actId="478"/>
          <ac:spMkLst>
            <pc:docMk/>
            <pc:sldMk cId="2402312889" sldId="279"/>
            <ac:spMk id="5" creationId="{0E48E1A4-742B-8D97-162B-565D59A6C24F}"/>
          </ac:spMkLst>
        </pc:spChg>
        <pc:spChg chg="ord">
          <ac:chgData name="Nate Rocks" userId="9139e2ceb00f3fb1" providerId="LiveId" clId="{859AD0D1-A73F-49AC-A4EB-511B3A8A25A2}" dt="2026-09-04T05:01:58.590" v="1611" actId="171"/>
          <ac:spMkLst>
            <pc:docMk/>
            <pc:sldMk cId="2402312889" sldId="279"/>
            <ac:spMk id="7" creationId="{07E156D9-6BDC-D405-4AD5-2EEB5C39D485}"/>
          </ac:spMkLst>
        </pc:spChg>
        <pc:spChg chg="mod">
          <ac:chgData name="Nate Rocks" userId="9139e2ceb00f3fb1" providerId="LiveId" clId="{859AD0D1-A73F-49AC-A4EB-511B3A8A25A2}" dt="2026-09-04T18:32:06.110" v="1775" actId="13926"/>
          <ac:spMkLst>
            <pc:docMk/>
            <pc:sldMk cId="2402312889" sldId="279"/>
            <ac:spMk id="8" creationId="{87B0A7EE-FBD9-5765-9860-0ED117462262}"/>
          </ac:spMkLst>
        </pc:spChg>
        <pc:spChg chg="mod">
          <ac:chgData name="Nate Rocks" userId="9139e2ceb00f3fb1" providerId="LiveId" clId="{859AD0D1-A73F-49AC-A4EB-511B3A8A25A2}" dt="2026-09-04T04:50:34.762" v="1513" actId="113"/>
          <ac:spMkLst>
            <pc:docMk/>
            <pc:sldMk cId="2402312889" sldId="279"/>
            <ac:spMk id="10" creationId="{4F811396-5524-CE6E-E57D-6349C3D37437}"/>
          </ac:spMkLst>
        </pc:spChg>
        <pc:spChg chg="mod">
          <ac:chgData name="Nate Rocks" userId="9139e2ceb00f3fb1" providerId="LiveId" clId="{859AD0D1-A73F-49AC-A4EB-511B3A8A25A2}" dt="2026-09-04T04:58:41.975" v="1585"/>
          <ac:spMkLst>
            <pc:docMk/>
            <pc:sldMk cId="2402312889" sldId="279"/>
            <ac:spMk id="11" creationId="{FD53A59E-695C-915C-F08D-091E09AD0C75}"/>
          </ac:spMkLst>
        </pc:spChg>
        <pc:spChg chg="add ord">
          <ac:chgData name="Nate Rocks" userId="9139e2ceb00f3fb1" providerId="LiveId" clId="{859AD0D1-A73F-49AC-A4EB-511B3A8A25A2}" dt="2026-09-04T18:17:15.695" v="1623" actId="167"/>
          <ac:spMkLst>
            <pc:docMk/>
            <pc:sldMk cId="2402312889" sldId="279"/>
            <ac:spMk id="57" creationId="{E9E095D7-DD37-AA5F-2A72-0C709070E1C8}"/>
          </ac:spMkLst>
        </pc:spChg>
        <pc:grpChg chg="add mod">
          <ac:chgData name="Nate Rocks" userId="9139e2ceb00f3fb1" providerId="LiveId" clId="{859AD0D1-A73F-49AC-A4EB-511B3A8A25A2}" dt="2026-09-04T04:58:41.975" v="1585"/>
          <ac:grpSpMkLst>
            <pc:docMk/>
            <pc:sldMk cId="2402312889" sldId="279"/>
            <ac:grpSpMk id="6" creationId="{1C0B4DBA-DD87-5FD5-F7B1-094401665FE4}"/>
          </ac:grpSpMkLst>
        </pc:grpChg>
        <pc:grpChg chg="add del mod ord">
          <ac:chgData name="Nate Rocks" userId="9139e2ceb00f3fb1" providerId="LiveId" clId="{859AD0D1-A73F-49AC-A4EB-511B3A8A25A2}" dt="2026-09-04T18:18:21.111" v="1632" actId="478"/>
          <ac:grpSpMkLst>
            <pc:docMk/>
            <pc:sldMk cId="2402312889" sldId="279"/>
            <ac:grpSpMk id="50" creationId="{6E3A5E4B-79D6-530D-21CE-972C61FBD42E}"/>
          </ac:grpSpMkLst>
        </pc:grpChg>
        <pc:picChg chg="mod">
          <ac:chgData name="Nate Rocks" userId="9139e2ceb00f3fb1" providerId="LiveId" clId="{859AD0D1-A73F-49AC-A4EB-511B3A8A25A2}" dt="2026-09-04T04:58:41.975" v="1585"/>
          <ac:picMkLst>
            <pc:docMk/>
            <pc:sldMk cId="2402312889" sldId="279"/>
            <ac:picMk id="12" creationId="{38CFF2A6-73D2-DCB3-E06E-2957D323B0D6}"/>
          </ac:picMkLst>
        </pc:picChg>
        <pc:picChg chg="mod">
          <ac:chgData name="Nate Rocks" userId="9139e2ceb00f3fb1" providerId="LiveId" clId="{859AD0D1-A73F-49AC-A4EB-511B3A8A25A2}" dt="2026-09-04T04:58:41.975" v="1585"/>
          <ac:picMkLst>
            <pc:docMk/>
            <pc:sldMk cId="2402312889" sldId="279"/>
            <ac:picMk id="13" creationId="{3140A2D0-E796-7DD6-EBB5-9D738BD55F06}"/>
          </ac:picMkLst>
        </pc:picChg>
        <pc:picChg chg="del">
          <ac:chgData name="Nate Rocks" userId="9139e2ceb00f3fb1" providerId="LiveId" clId="{859AD0D1-A73F-49AC-A4EB-511B3A8A25A2}" dt="2026-09-04T18:16:24.528" v="1620" actId="478"/>
          <ac:picMkLst>
            <pc:docMk/>
            <pc:sldMk cId="2402312889" sldId="279"/>
            <ac:picMk id="14" creationId="{BACDBBB8-1263-3266-FE73-41FC182A99A1}"/>
          </ac:picMkLst>
        </pc:picChg>
        <pc:picChg chg="mod">
          <ac:chgData name="Nate Rocks" userId="9139e2ceb00f3fb1" providerId="LiveId" clId="{859AD0D1-A73F-49AC-A4EB-511B3A8A25A2}" dt="2026-09-04T04:58:41.975" v="1585"/>
          <ac:picMkLst>
            <pc:docMk/>
            <pc:sldMk cId="2402312889" sldId="279"/>
            <ac:picMk id="15" creationId="{25BB206B-39A7-8811-F60B-6A19BCD81408}"/>
          </ac:picMkLst>
        </pc:picChg>
        <pc:picChg chg="mod">
          <ac:chgData name="Nate Rocks" userId="9139e2ceb00f3fb1" providerId="LiveId" clId="{859AD0D1-A73F-49AC-A4EB-511B3A8A25A2}" dt="2026-09-04T04:58:41.975" v="1585"/>
          <ac:picMkLst>
            <pc:docMk/>
            <pc:sldMk cId="2402312889" sldId="279"/>
            <ac:picMk id="16" creationId="{B9E51D7D-02FC-A4DA-801A-484ED4B9E320}"/>
          </ac:picMkLst>
        </pc:picChg>
        <pc:picChg chg="del">
          <ac:chgData name="Nate Rocks" userId="9139e2ceb00f3fb1" providerId="LiveId" clId="{859AD0D1-A73F-49AC-A4EB-511B3A8A25A2}" dt="2026-09-04T18:16:24.528" v="1620" actId="478"/>
          <ac:picMkLst>
            <pc:docMk/>
            <pc:sldMk cId="2402312889" sldId="279"/>
            <ac:picMk id="17" creationId="{8B0B3E64-0138-B3DB-4803-27A7DE295DD7}"/>
          </ac:picMkLst>
        </pc:picChg>
        <pc:picChg chg="ord">
          <ac:chgData name="Nate Rocks" userId="9139e2ceb00f3fb1" providerId="LiveId" clId="{859AD0D1-A73F-49AC-A4EB-511B3A8A25A2}" dt="2026-09-04T05:01:51.158" v="1609" actId="166"/>
          <ac:picMkLst>
            <pc:docMk/>
            <pc:sldMk cId="2402312889" sldId="279"/>
            <ac:picMk id="18" creationId="{4201A5F9-8F81-225E-92F1-B26D8466620C}"/>
          </ac:picMkLst>
        </pc:picChg>
        <pc:picChg chg="mod">
          <ac:chgData name="Nate Rocks" userId="9139e2ceb00f3fb1" providerId="LiveId" clId="{859AD0D1-A73F-49AC-A4EB-511B3A8A25A2}" dt="2026-09-04T04:58:41.975" v="1585"/>
          <ac:picMkLst>
            <pc:docMk/>
            <pc:sldMk cId="2402312889" sldId="279"/>
            <ac:picMk id="19" creationId="{FD3E9125-96E3-367E-609A-C0D2D98AED55}"/>
          </ac:picMkLst>
        </pc:picChg>
        <pc:picChg chg="mod">
          <ac:chgData name="Nate Rocks" userId="9139e2ceb00f3fb1" providerId="LiveId" clId="{859AD0D1-A73F-49AC-A4EB-511B3A8A25A2}" dt="2026-09-04T04:58:41.975" v="1585"/>
          <ac:picMkLst>
            <pc:docMk/>
            <pc:sldMk cId="2402312889" sldId="279"/>
            <ac:picMk id="21" creationId="{F648EDEB-5323-2DA6-D093-B9912D47C82B}"/>
          </ac:picMkLst>
        </pc:picChg>
        <pc:picChg chg="add del">
          <ac:chgData name="Nate Rocks" userId="9139e2ceb00f3fb1" providerId="LiveId" clId="{859AD0D1-A73F-49AC-A4EB-511B3A8A25A2}" dt="2026-09-04T04:59:10.237" v="1590" actId="22"/>
          <ac:picMkLst>
            <pc:docMk/>
            <pc:sldMk cId="2402312889" sldId="279"/>
            <ac:picMk id="24" creationId="{BBFB15CA-C9EF-DEC6-5715-C8DD4F4FD33A}"/>
          </ac:picMkLst>
        </pc:picChg>
        <pc:picChg chg="del">
          <ac:chgData name="Nate Rocks" userId="9139e2ceb00f3fb1" providerId="LiveId" clId="{859AD0D1-A73F-49AC-A4EB-511B3A8A25A2}" dt="2026-09-04T18:16:24.528" v="1620" actId="478"/>
          <ac:picMkLst>
            <pc:docMk/>
            <pc:sldMk cId="2402312889" sldId="279"/>
            <ac:picMk id="26" creationId="{D9FFA839-CC44-592B-4822-DAEA57D93F98}"/>
          </ac:picMkLst>
        </pc:picChg>
        <pc:picChg chg="add del">
          <ac:chgData name="Nate Rocks" userId="9139e2ceb00f3fb1" providerId="LiveId" clId="{859AD0D1-A73F-49AC-A4EB-511B3A8A25A2}" dt="2026-09-04T04:59:10.237" v="1590" actId="22"/>
          <ac:picMkLst>
            <pc:docMk/>
            <pc:sldMk cId="2402312889" sldId="279"/>
            <ac:picMk id="27" creationId="{3124FBC6-6550-8F84-F93B-867691B1E7A6}"/>
          </ac:picMkLst>
        </pc:picChg>
        <pc:picChg chg="add del">
          <ac:chgData name="Nate Rocks" userId="9139e2ceb00f3fb1" providerId="LiveId" clId="{859AD0D1-A73F-49AC-A4EB-511B3A8A25A2}" dt="2026-09-04T04:59:10.237" v="1590" actId="22"/>
          <ac:picMkLst>
            <pc:docMk/>
            <pc:sldMk cId="2402312889" sldId="279"/>
            <ac:picMk id="30" creationId="{57E37D00-E49F-AD7B-83BF-D6D8BD12B79D}"/>
          </ac:picMkLst>
        </pc:picChg>
        <pc:picChg chg="add del">
          <ac:chgData name="Nate Rocks" userId="9139e2ceb00f3fb1" providerId="LiveId" clId="{859AD0D1-A73F-49AC-A4EB-511B3A8A25A2}" dt="2026-09-04T04:59:10.237" v="1590" actId="22"/>
          <ac:picMkLst>
            <pc:docMk/>
            <pc:sldMk cId="2402312889" sldId="279"/>
            <ac:picMk id="33" creationId="{DED05C18-181C-B366-80E0-283345367B95}"/>
          </ac:picMkLst>
        </pc:picChg>
        <pc:picChg chg="add del">
          <ac:chgData name="Nate Rocks" userId="9139e2ceb00f3fb1" providerId="LiveId" clId="{859AD0D1-A73F-49AC-A4EB-511B3A8A25A2}" dt="2026-09-04T04:59:10.237" v="1590" actId="22"/>
          <ac:picMkLst>
            <pc:docMk/>
            <pc:sldMk cId="2402312889" sldId="279"/>
            <ac:picMk id="35" creationId="{65B17CE8-BAEB-FDDB-CEDF-00A4885AA4F2}"/>
          </ac:picMkLst>
        </pc:picChg>
        <pc:picChg chg="add del">
          <ac:chgData name="Nate Rocks" userId="9139e2ceb00f3fb1" providerId="LiveId" clId="{859AD0D1-A73F-49AC-A4EB-511B3A8A25A2}" dt="2026-09-04T04:59:10.237" v="1590" actId="22"/>
          <ac:picMkLst>
            <pc:docMk/>
            <pc:sldMk cId="2402312889" sldId="279"/>
            <ac:picMk id="37" creationId="{6A701412-4B23-82FD-3745-8E192BCBC12F}"/>
          </ac:picMkLst>
        </pc:picChg>
        <pc:picChg chg="add mod">
          <ac:chgData name="Nate Rocks" userId="9139e2ceb00f3fb1" providerId="LiveId" clId="{859AD0D1-A73F-49AC-A4EB-511B3A8A25A2}" dt="2026-09-04T04:59:57.106" v="1601" actId="164"/>
          <ac:picMkLst>
            <pc:docMk/>
            <pc:sldMk cId="2402312889" sldId="279"/>
            <ac:picMk id="39" creationId="{C7AB51DE-19DC-ADE1-E9B9-34E85AACD035}"/>
          </ac:picMkLst>
        </pc:picChg>
        <pc:picChg chg="add mod">
          <ac:chgData name="Nate Rocks" userId="9139e2ceb00f3fb1" providerId="LiveId" clId="{859AD0D1-A73F-49AC-A4EB-511B3A8A25A2}" dt="2026-09-04T04:59:57.106" v="1601" actId="164"/>
          <ac:picMkLst>
            <pc:docMk/>
            <pc:sldMk cId="2402312889" sldId="279"/>
            <ac:picMk id="41" creationId="{A3228AE5-EFC1-DC1B-E2DA-4433E82F6F8D}"/>
          </ac:picMkLst>
        </pc:picChg>
        <pc:picChg chg="add mod">
          <ac:chgData name="Nate Rocks" userId="9139e2ceb00f3fb1" providerId="LiveId" clId="{859AD0D1-A73F-49AC-A4EB-511B3A8A25A2}" dt="2026-09-04T04:59:57.106" v="1601" actId="164"/>
          <ac:picMkLst>
            <pc:docMk/>
            <pc:sldMk cId="2402312889" sldId="279"/>
            <ac:picMk id="43" creationId="{0ECF7F92-011A-6635-6E89-58CEEACD3F7E}"/>
          </ac:picMkLst>
        </pc:picChg>
        <pc:picChg chg="add mod">
          <ac:chgData name="Nate Rocks" userId="9139e2ceb00f3fb1" providerId="LiveId" clId="{859AD0D1-A73F-49AC-A4EB-511B3A8A25A2}" dt="2026-09-04T05:00:28.224" v="1604" actId="207"/>
          <ac:picMkLst>
            <pc:docMk/>
            <pc:sldMk cId="2402312889" sldId="279"/>
            <ac:picMk id="45" creationId="{1BB2CF50-B7BD-E552-E51E-BA2721FE8ED5}"/>
          </ac:picMkLst>
        </pc:picChg>
        <pc:picChg chg="add mod">
          <ac:chgData name="Nate Rocks" userId="9139e2ceb00f3fb1" providerId="LiveId" clId="{859AD0D1-A73F-49AC-A4EB-511B3A8A25A2}" dt="2026-09-04T04:59:57.106" v="1601" actId="164"/>
          <ac:picMkLst>
            <pc:docMk/>
            <pc:sldMk cId="2402312889" sldId="279"/>
            <ac:picMk id="47" creationId="{B503546E-F280-1801-7234-9D44F9619DE2}"/>
          </ac:picMkLst>
        </pc:picChg>
        <pc:picChg chg="add mod">
          <ac:chgData name="Nate Rocks" userId="9139e2ceb00f3fb1" providerId="LiveId" clId="{859AD0D1-A73F-49AC-A4EB-511B3A8A25A2}" dt="2026-09-04T04:59:57.106" v="1601" actId="164"/>
          <ac:picMkLst>
            <pc:docMk/>
            <pc:sldMk cId="2402312889" sldId="279"/>
            <ac:picMk id="49" creationId="{57288450-D0A1-EE3A-E180-0F86D564DEDC}"/>
          </ac:picMkLst>
        </pc:picChg>
        <pc:picChg chg="add">
          <ac:chgData name="Nate Rocks" userId="9139e2ceb00f3fb1" providerId="LiveId" clId="{859AD0D1-A73F-49AC-A4EB-511B3A8A25A2}" dt="2026-09-04T18:19:39.353" v="1646" actId="22"/>
          <ac:picMkLst>
            <pc:docMk/>
            <pc:sldMk cId="2402312889" sldId="279"/>
            <ac:picMk id="59" creationId="{B4E13ACE-06EA-4138-39D7-ACE0F51D60DC}"/>
          </ac:picMkLst>
        </pc:picChg>
        <pc:picChg chg="add">
          <ac:chgData name="Nate Rocks" userId="9139e2ceb00f3fb1" providerId="LiveId" clId="{859AD0D1-A73F-49AC-A4EB-511B3A8A25A2}" dt="2026-09-04T18:19:39.353" v="1646" actId="22"/>
          <ac:picMkLst>
            <pc:docMk/>
            <pc:sldMk cId="2402312889" sldId="279"/>
            <ac:picMk id="61" creationId="{E561C2C7-C785-BA63-89F4-CCA25C42A612}"/>
          </ac:picMkLst>
        </pc:picChg>
        <pc:picChg chg="add">
          <ac:chgData name="Nate Rocks" userId="9139e2ceb00f3fb1" providerId="LiveId" clId="{859AD0D1-A73F-49AC-A4EB-511B3A8A25A2}" dt="2026-09-04T18:19:39.353" v="1646" actId="22"/>
          <ac:picMkLst>
            <pc:docMk/>
            <pc:sldMk cId="2402312889" sldId="279"/>
            <ac:picMk id="63" creationId="{80403BA1-B370-3C79-64E9-A8B83CEEC444}"/>
          </ac:picMkLst>
        </pc:picChg>
        <pc:picChg chg="add del">
          <ac:chgData name="Nate Rocks" userId="9139e2ceb00f3fb1" providerId="LiveId" clId="{859AD0D1-A73F-49AC-A4EB-511B3A8A25A2}" dt="2026-09-04T18:20:15.652" v="1650" actId="22"/>
          <ac:picMkLst>
            <pc:docMk/>
            <pc:sldMk cId="2402312889" sldId="279"/>
            <ac:picMk id="65" creationId="{D6C24337-2E1A-5ADC-2AB5-A5C6F5838073}"/>
          </ac:picMkLst>
        </pc:picChg>
        <pc:picChg chg="add del">
          <ac:chgData name="Nate Rocks" userId="9139e2ceb00f3fb1" providerId="LiveId" clId="{859AD0D1-A73F-49AC-A4EB-511B3A8A25A2}" dt="2026-09-04T18:20:15.652" v="1650" actId="22"/>
          <ac:picMkLst>
            <pc:docMk/>
            <pc:sldMk cId="2402312889" sldId="279"/>
            <ac:picMk id="67" creationId="{140E602F-6741-0DA7-AF85-F889F8492865}"/>
          </ac:picMkLst>
        </pc:picChg>
        <pc:picChg chg="add del">
          <ac:chgData name="Nate Rocks" userId="9139e2ceb00f3fb1" providerId="LiveId" clId="{859AD0D1-A73F-49AC-A4EB-511B3A8A25A2}" dt="2026-09-04T18:20:19.401" v="1654" actId="22"/>
          <ac:picMkLst>
            <pc:docMk/>
            <pc:sldMk cId="2402312889" sldId="279"/>
            <ac:picMk id="73" creationId="{F5755855-8E58-26E2-1096-71A182C2AAE4}"/>
          </ac:picMkLst>
        </pc:picChg>
        <pc:picChg chg="add del">
          <ac:chgData name="Nate Rocks" userId="9139e2ceb00f3fb1" providerId="LiveId" clId="{859AD0D1-A73F-49AC-A4EB-511B3A8A25A2}" dt="2026-09-04T18:20:19.401" v="1654" actId="22"/>
          <ac:picMkLst>
            <pc:docMk/>
            <pc:sldMk cId="2402312889" sldId="279"/>
            <ac:picMk id="75" creationId="{8A6AC878-D576-4C1C-0CC0-E9C5B6DD0BDC}"/>
          </ac:picMkLst>
        </pc:picChg>
        <pc:picChg chg="add mod">
          <ac:chgData name="Nate Rocks" userId="9139e2ceb00f3fb1" providerId="LiveId" clId="{859AD0D1-A73F-49AC-A4EB-511B3A8A25A2}" dt="2026-09-04T18:21:04.359" v="1662" actId="688"/>
          <ac:picMkLst>
            <pc:docMk/>
            <pc:sldMk cId="2402312889" sldId="279"/>
            <ac:picMk id="81" creationId="{2496B806-9C1F-4FDD-F6BD-E656D5D0280D}"/>
          </ac:picMkLst>
        </pc:picChg>
        <pc:picChg chg="add mod">
          <ac:chgData name="Nate Rocks" userId="9139e2ceb00f3fb1" providerId="LiveId" clId="{859AD0D1-A73F-49AC-A4EB-511B3A8A25A2}" dt="2026-09-04T18:21:41.686" v="1664" actId="196"/>
          <ac:picMkLst>
            <pc:docMk/>
            <pc:sldMk cId="2402312889" sldId="279"/>
            <ac:picMk id="83" creationId="{9EE6DE86-BCE4-9542-A606-1399A45CAB2C}"/>
          </ac:picMkLst>
        </pc:picChg>
        <pc:cxnChg chg="mod">
          <ac:chgData name="Nate Rocks" userId="9139e2ceb00f3fb1" providerId="LiveId" clId="{859AD0D1-A73F-49AC-A4EB-511B3A8A25A2}" dt="2026-09-04T18:20:27.636" v="1658" actId="1076"/>
          <ac:cxnSpMkLst>
            <pc:docMk/>
            <pc:sldMk cId="2402312889" sldId="279"/>
            <ac:cxnSpMk id="20" creationId="{7E8619E7-BC00-B475-04E5-1AFC4EFE1143}"/>
          </ac:cxnSpMkLst>
        </pc:cxnChg>
        <pc:cxnChg chg="mod">
          <ac:chgData name="Nate Rocks" userId="9139e2ceb00f3fb1" providerId="LiveId" clId="{859AD0D1-A73F-49AC-A4EB-511B3A8A25A2}" dt="2026-09-04T18:20:27.636" v="1658" actId="1076"/>
          <ac:cxnSpMkLst>
            <pc:docMk/>
            <pc:sldMk cId="2402312889" sldId="279"/>
            <ac:cxnSpMk id="23" creationId="{BF78A330-F22F-1998-AF93-F9AF4ECA0965}"/>
          </ac:cxnSpMkLst>
        </pc:cxnChg>
        <pc:cxnChg chg="mod">
          <ac:chgData name="Nate Rocks" userId="9139e2ceb00f3fb1" providerId="LiveId" clId="{859AD0D1-A73F-49AC-A4EB-511B3A8A25A2}" dt="2026-09-04T18:20:27.636" v="1658" actId="1076"/>
          <ac:cxnSpMkLst>
            <pc:docMk/>
            <pc:sldMk cId="2402312889" sldId="279"/>
            <ac:cxnSpMk id="28" creationId="{5D5CEDF5-E538-76F1-3B31-F4D416EE6639}"/>
          </ac:cxnSpMkLst>
        </pc:cxnChg>
        <pc:cxnChg chg="mod">
          <ac:chgData name="Nate Rocks" userId="9139e2ceb00f3fb1" providerId="LiveId" clId="{859AD0D1-A73F-49AC-A4EB-511B3A8A25A2}" dt="2026-09-04T18:20:27.636" v="1658" actId="1076"/>
          <ac:cxnSpMkLst>
            <pc:docMk/>
            <pc:sldMk cId="2402312889" sldId="279"/>
            <ac:cxnSpMk id="32" creationId="{A9086D9D-EA09-2146-3349-83857AF68265}"/>
          </ac:cxnSpMkLst>
        </pc:cxnChg>
      </pc:sldChg>
      <pc:sldChg chg="addSp delSp modSp add mod ord">
        <pc:chgData name="Nate Rocks" userId="9139e2ceb00f3fb1" providerId="LiveId" clId="{859AD0D1-A73F-49AC-A4EB-511B3A8A25A2}" dt="2026-09-04T18:33:10.835" v="1777" actId="1076"/>
        <pc:sldMkLst>
          <pc:docMk/>
          <pc:sldMk cId="3391791498" sldId="280"/>
        </pc:sldMkLst>
        <pc:spChg chg="mod topLvl">
          <ac:chgData name="Nate Rocks" userId="9139e2ceb00f3fb1" providerId="LiveId" clId="{859AD0D1-A73F-49AC-A4EB-511B3A8A25A2}" dt="2026-09-04T04:58:46.573" v="1588" actId="165"/>
          <ac:spMkLst>
            <pc:docMk/>
            <pc:sldMk cId="3391791498" sldId="280"/>
            <ac:spMk id="2" creationId="{91DB35CE-A683-4AF9-E19D-474BEFA0663B}"/>
          </ac:spMkLst>
        </pc:spChg>
        <pc:spChg chg="del">
          <ac:chgData name="Nate Rocks" userId="9139e2ceb00f3fb1" providerId="LiveId" clId="{859AD0D1-A73F-49AC-A4EB-511B3A8A25A2}" dt="2026-09-04T18:24:19.638" v="1691" actId="478"/>
          <ac:spMkLst>
            <pc:docMk/>
            <pc:sldMk cId="3391791498" sldId="280"/>
            <ac:spMk id="3" creationId="{BA244FA4-268C-8247-852C-B4A157F9DF4A}"/>
          </ac:spMkLst>
        </pc:spChg>
        <pc:spChg chg="mod">
          <ac:chgData name="Nate Rocks" userId="9139e2ceb00f3fb1" providerId="LiveId" clId="{859AD0D1-A73F-49AC-A4EB-511B3A8A25A2}" dt="2026-09-04T18:33:10.835" v="1777" actId="1076"/>
          <ac:spMkLst>
            <pc:docMk/>
            <pc:sldMk cId="3391791498" sldId="280"/>
            <ac:spMk id="4" creationId="{2477280D-2EB8-5E6B-2E5B-D9BCFBA9563C}"/>
          </ac:spMkLst>
        </pc:spChg>
        <pc:spChg chg="del">
          <ac:chgData name="Nate Rocks" userId="9139e2ceb00f3fb1" providerId="LiveId" clId="{859AD0D1-A73F-49AC-A4EB-511B3A8A25A2}" dt="2026-09-04T18:17:18.302" v="1624" actId="478"/>
          <ac:spMkLst>
            <pc:docMk/>
            <pc:sldMk cId="3391791498" sldId="280"/>
            <ac:spMk id="5" creationId="{C397C781-1869-88E0-1C76-F751428D5FA4}"/>
          </ac:spMkLst>
        </pc:spChg>
        <pc:spChg chg="del">
          <ac:chgData name="Nate Rocks" userId="9139e2ceb00f3fb1" providerId="LiveId" clId="{859AD0D1-A73F-49AC-A4EB-511B3A8A25A2}" dt="2026-09-04T04:52:17.277" v="1547" actId="478"/>
          <ac:spMkLst>
            <pc:docMk/>
            <pc:sldMk cId="3391791498" sldId="280"/>
            <ac:spMk id="7" creationId="{7B7DFE5D-8820-43B1-BD42-1C186DA3C426}"/>
          </ac:spMkLst>
        </pc:spChg>
        <pc:spChg chg="mod">
          <ac:chgData name="Nate Rocks" userId="9139e2ceb00f3fb1" providerId="LiveId" clId="{859AD0D1-A73F-49AC-A4EB-511B3A8A25A2}" dt="2026-09-04T18:22:35.046" v="1670"/>
          <ac:spMkLst>
            <pc:docMk/>
            <pc:sldMk cId="3391791498" sldId="280"/>
            <ac:spMk id="8" creationId="{7251C638-BDD5-17D0-F5E6-AC9BEAC01D23}"/>
          </ac:spMkLst>
        </pc:spChg>
        <pc:spChg chg="mod">
          <ac:chgData name="Nate Rocks" userId="9139e2ceb00f3fb1" providerId="LiveId" clId="{859AD0D1-A73F-49AC-A4EB-511B3A8A25A2}" dt="2026-09-04T18:33:08.584" v="1776" actId="1076"/>
          <ac:spMkLst>
            <pc:docMk/>
            <pc:sldMk cId="3391791498" sldId="280"/>
            <ac:spMk id="10" creationId="{0B129F57-DCB8-3C2D-17CD-366E32822464}"/>
          </ac:spMkLst>
        </pc:spChg>
        <pc:spChg chg="add ord">
          <ac:chgData name="Nate Rocks" userId="9139e2ceb00f3fb1" providerId="LiveId" clId="{859AD0D1-A73F-49AC-A4EB-511B3A8A25A2}" dt="2026-09-04T18:17:23.699" v="1626" actId="167"/>
          <ac:spMkLst>
            <pc:docMk/>
            <pc:sldMk cId="3391791498" sldId="280"/>
            <ac:spMk id="37" creationId="{91FF8A6B-01B7-94A5-8E37-82ABE715B1B6}"/>
          </ac:spMkLst>
        </pc:spChg>
        <pc:spChg chg="add del mod">
          <ac:chgData name="Nate Rocks" userId="9139e2ceb00f3fb1" providerId="LiveId" clId="{859AD0D1-A73F-49AC-A4EB-511B3A8A25A2}" dt="2026-09-04T18:17:50.063" v="1630" actId="22"/>
          <ac:spMkLst>
            <pc:docMk/>
            <pc:sldMk cId="3391791498" sldId="280"/>
            <ac:spMk id="39" creationId="{5A8224A1-8B2B-9078-9A7A-4FBC9E2BC6B2}"/>
          </ac:spMkLst>
        </pc:spChg>
        <pc:spChg chg="add mod">
          <ac:chgData name="Nate Rocks" userId="9139e2ceb00f3fb1" providerId="LiveId" clId="{859AD0D1-A73F-49AC-A4EB-511B3A8A25A2}" dt="2026-09-04T18:19:01.695" v="1642" actId="1076"/>
          <ac:spMkLst>
            <pc:docMk/>
            <pc:sldMk cId="3391791498" sldId="280"/>
            <ac:spMk id="41" creationId="{F47518FB-DB3E-F47C-D947-C0AFBC6BB2BD}"/>
          </ac:spMkLst>
        </pc:spChg>
        <pc:grpChg chg="add del mod">
          <ac:chgData name="Nate Rocks" userId="9139e2ceb00f3fb1" providerId="LiveId" clId="{859AD0D1-A73F-49AC-A4EB-511B3A8A25A2}" dt="2026-09-04T04:52:21.002" v="1548" actId="165"/>
          <ac:grpSpMkLst>
            <pc:docMk/>
            <pc:sldMk cId="3391791498" sldId="280"/>
            <ac:grpSpMk id="6" creationId="{9C8E75EA-17F8-0199-FCA8-B210E62D51EB}"/>
          </ac:grpSpMkLst>
        </pc:grpChg>
        <pc:grpChg chg="add del mod">
          <ac:chgData name="Nate Rocks" userId="9139e2ceb00f3fb1" providerId="LiveId" clId="{859AD0D1-A73F-49AC-A4EB-511B3A8A25A2}" dt="2026-09-04T04:53:25.255" v="1558" actId="164"/>
          <ac:grpSpMkLst>
            <pc:docMk/>
            <pc:sldMk cId="3391791498" sldId="280"/>
            <ac:grpSpMk id="13" creationId="{E2E1DCD3-A100-2172-312F-1E39C5C849AA}"/>
          </ac:grpSpMkLst>
        </pc:grpChg>
        <pc:grpChg chg="add del mod">
          <ac:chgData name="Nate Rocks" userId="9139e2ceb00f3fb1" providerId="LiveId" clId="{859AD0D1-A73F-49AC-A4EB-511B3A8A25A2}" dt="2026-09-04T04:58:46.573" v="1588" actId="165"/>
          <ac:grpSpMkLst>
            <pc:docMk/>
            <pc:sldMk cId="3391791498" sldId="280"/>
            <ac:grpSpMk id="34" creationId="{5BDC3904-AC82-7184-1626-4B2D7CADD194}"/>
          </ac:grpSpMkLst>
        </pc:grpChg>
        <pc:grpChg chg="add del mod">
          <ac:chgData name="Nate Rocks" userId="9139e2ceb00f3fb1" providerId="LiveId" clId="{859AD0D1-A73F-49AC-A4EB-511B3A8A25A2}" dt="2026-09-04T18:18:12.428" v="1631" actId="165"/>
          <ac:grpSpMkLst>
            <pc:docMk/>
            <pc:sldMk cId="3391791498" sldId="280"/>
            <ac:grpSpMk id="35" creationId="{79794148-4B3E-E23D-226A-0153A6081CD6}"/>
          </ac:grpSpMkLst>
        </pc:grpChg>
        <pc:picChg chg="add mod topLvl">
          <ac:chgData name="Nate Rocks" userId="9139e2ceb00f3fb1" providerId="LiveId" clId="{859AD0D1-A73F-49AC-A4EB-511B3A8A25A2}" dt="2026-09-04T18:18:12.428" v="1631" actId="165"/>
          <ac:picMkLst>
            <pc:docMk/>
            <pc:sldMk cId="3391791498" sldId="280"/>
            <ac:picMk id="12" creationId="{B5A6C803-6436-9BD1-FC0C-7D71945ACE4B}"/>
          </ac:picMkLst>
        </pc:picChg>
        <pc:picChg chg="mod topLvl">
          <ac:chgData name="Nate Rocks" userId="9139e2ceb00f3fb1" providerId="LiveId" clId="{859AD0D1-A73F-49AC-A4EB-511B3A8A25A2}" dt="2026-09-04T18:18:12.428" v="1631" actId="165"/>
          <ac:picMkLst>
            <pc:docMk/>
            <pc:sldMk cId="3391791498" sldId="280"/>
            <ac:picMk id="14" creationId="{6902230B-1FA6-6BF7-87B4-A385F3F7FB4D}"/>
          </ac:picMkLst>
        </pc:picChg>
        <pc:picChg chg="add mod ord topLvl">
          <ac:chgData name="Nate Rocks" userId="9139e2ceb00f3fb1" providerId="LiveId" clId="{859AD0D1-A73F-49AC-A4EB-511B3A8A25A2}" dt="2026-09-04T18:21:35.011" v="1663" actId="196"/>
          <ac:picMkLst>
            <pc:docMk/>
            <pc:sldMk cId="3391791498" sldId="280"/>
            <ac:picMk id="16" creationId="{F8691B0C-2146-5555-D4EB-C17E55CA5CBB}"/>
          </ac:picMkLst>
        </pc:picChg>
        <pc:picChg chg="mod topLvl">
          <ac:chgData name="Nate Rocks" userId="9139e2ceb00f3fb1" providerId="LiveId" clId="{859AD0D1-A73F-49AC-A4EB-511B3A8A25A2}" dt="2026-09-04T18:18:12.428" v="1631" actId="165"/>
          <ac:picMkLst>
            <pc:docMk/>
            <pc:sldMk cId="3391791498" sldId="280"/>
            <ac:picMk id="17" creationId="{CD61938E-F91D-CB69-DA96-96D64C76883C}"/>
          </ac:picMkLst>
        </pc:picChg>
        <pc:picChg chg="del mod topLvl">
          <ac:chgData name="Nate Rocks" userId="9139e2ceb00f3fb1" providerId="LiveId" clId="{859AD0D1-A73F-49AC-A4EB-511B3A8A25A2}" dt="2026-09-04T04:52:23.397" v="1549" actId="478"/>
          <ac:picMkLst>
            <pc:docMk/>
            <pc:sldMk cId="3391791498" sldId="280"/>
            <ac:picMk id="18" creationId="{37459107-CD9B-D533-C830-CDF46ECF23E7}"/>
          </ac:picMkLst>
        </pc:picChg>
        <pc:picChg chg="add mod topLvl">
          <ac:chgData name="Nate Rocks" userId="9139e2ceb00f3fb1" providerId="LiveId" clId="{859AD0D1-A73F-49AC-A4EB-511B3A8A25A2}" dt="2026-09-04T18:18:12.428" v="1631" actId="165"/>
          <ac:picMkLst>
            <pc:docMk/>
            <pc:sldMk cId="3391791498" sldId="280"/>
            <ac:picMk id="21" creationId="{062D8BE4-64E2-1C59-763F-721DE2FF3E1F}"/>
          </ac:picMkLst>
        </pc:picChg>
        <pc:picChg chg="mod topLvl">
          <ac:chgData name="Nate Rocks" userId="9139e2ceb00f3fb1" providerId="LiveId" clId="{859AD0D1-A73F-49AC-A4EB-511B3A8A25A2}" dt="2026-09-04T18:18:12.428" v="1631" actId="165"/>
          <ac:picMkLst>
            <pc:docMk/>
            <pc:sldMk cId="3391791498" sldId="280"/>
            <ac:picMk id="26" creationId="{739A9CC3-B400-A476-8E85-795ACCE833F0}"/>
          </ac:picMkLst>
        </pc:picChg>
        <pc:cxnChg chg="mod">
          <ac:chgData name="Nate Rocks" userId="9139e2ceb00f3fb1" providerId="LiveId" clId="{859AD0D1-A73F-49AC-A4EB-511B3A8A25A2}" dt="2026-09-04T18:21:58.813" v="1667" actId="14100"/>
          <ac:cxnSpMkLst>
            <pc:docMk/>
            <pc:sldMk cId="3391791498" sldId="280"/>
            <ac:cxnSpMk id="9" creationId="{DA0B7D1B-285B-CF5A-EACA-C3305D6B7BF3}"/>
          </ac:cxnSpMkLst>
        </pc:cxnChg>
        <pc:cxnChg chg="mod">
          <ac:chgData name="Nate Rocks" userId="9139e2ceb00f3fb1" providerId="LiveId" clId="{859AD0D1-A73F-49AC-A4EB-511B3A8A25A2}" dt="2026-09-04T04:58:45.539" v="1587" actId="1076"/>
          <ac:cxnSpMkLst>
            <pc:docMk/>
            <pc:sldMk cId="3391791498" sldId="280"/>
            <ac:cxnSpMk id="20" creationId="{40DA2EBE-878A-B71A-46F4-2A28ACD803B8}"/>
          </ac:cxnSpMkLst>
        </pc:cxnChg>
        <pc:cxnChg chg="mod">
          <ac:chgData name="Nate Rocks" userId="9139e2ceb00f3fb1" providerId="LiveId" clId="{859AD0D1-A73F-49AC-A4EB-511B3A8A25A2}" dt="2026-09-04T04:58:45.539" v="1587" actId="1076"/>
          <ac:cxnSpMkLst>
            <pc:docMk/>
            <pc:sldMk cId="3391791498" sldId="280"/>
            <ac:cxnSpMk id="23" creationId="{A5EE47AB-6684-AADA-436D-E9BE7B23BC5A}"/>
          </ac:cxnSpMkLst>
        </pc:cxnChg>
        <pc:cxnChg chg="mod">
          <ac:chgData name="Nate Rocks" userId="9139e2ceb00f3fb1" providerId="LiveId" clId="{859AD0D1-A73F-49AC-A4EB-511B3A8A25A2}" dt="2026-09-04T04:58:45.539" v="1587" actId="1076"/>
          <ac:cxnSpMkLst>
            <pc:docMk/>
            <pc:sldMk cId="3391791498" sldId="280"/>
            <ac:cxnSpMk id="28" creationId="{DC5190D2-B5D9-E1E5-D9FB-1F3EA40BDA2C}"/>
          </ac:cxnSpMkLst>
        </pc:cxnChg>
        <pc:cxnChg chg="mod">
          <ac:chgData name="Nate Rocks" userId="9139e2ceb00f3fb1" providerId="LiveId" clId="{859AD0D1-A73F-49AC-A4EB-511B3A8A25A2}" dt="2026-09-04T04:58:45.539" v="1587" actId="1076"/>
          <ac:cxnSpMkLst>
            <pc:docMk/>
            <pc:sldMk cId="3391791498" sldId="280"/>
            <ac:cxnSpMk id="32" creationId="{A5B77CCA-9F07-EC50-D8AD-04A7129C9006}"/>
          </ac:cxnSpMkLst>
        </pc:cxnChg>
      </pc:sldChg>
      <pc:sldChg chg="addSp delSp modSp add mod ord">
        <pc:chgData name="Nate Rocks" userId="9139e2ceb00f3fb1" providerId="LiveId" clId="{859AD0D1-A73F-49AC-A4EB-511B3A8A25A2}" dt="2026-09-04T18:33:19.617" v="1780" actId="1076"/>
        <pc:sldMkLst>
          <pc:docMk/>
          <pc:sldMk cId="2700424492" sldId="281"/>
        </pc:sldMkLst>
        <pc:spChg chg="mod">
          <ac:chgData name="Nate Rocks" userId="9139e2ceb00f3fb1" providerId="LiveId" clId="{859AD0D1-A73F-49AC-A4EB-511B3A8A25A2}" dt="2026-09-04T18:25:31.472" v="1715" actId="1076"/>
          <ac:spMkLst>
            <pc:docMk/>
            <pc:sldMk cId="2700424492" sldId="281"/>
            <ac:spMk id="2" creationId="{3A64FE0B-C92B-CED3-AE69-849269070874}"/>
          </ac:spMkLst>
        </pc:spChg>
        <pc:spChg chg="mod">
          <ac:chgData name="Nate Rocks" userId="9139e2ceb00f3fb1" providerId="LiveId" clId="{859AD0D1-A73F-49AC-A4EB-511B3A8A25A2}" dt="2026-09-04T18:33:19.617" v="1780" actId="1076"/>
          <ac:spMkLst>
            <pc:docMk/>
            <pc:sldMk cId="2700424492" sldId="281"/>
            <ac:spMk id="4" creationId="{CEC9A81F-D685-011F-1F4B-E726A65F6F80}"/>
          </ac:spMkLst>
        </pc:spChg>
        <pc:spChg chg="mod">
          <ac:chgData name="Nate Rocks" userId="9139e2ceb00f3fb1" providerId="LiveId" clId="{859AD0D1-A73F-49AC-A4EB-511B3A8A25A2}" dt="2026-09-04T18:27:07.640" v="1735"/>
          <ac:spMkLst>
            <pc:docMk/>
            <pc:sldMk cId="2700424492" sldId="281"/>
            <ac:spMk id="8" creationId="{070021A8-26EB-010A-2846-D7B7974839D5}"/>
          </ac:spMkLst>
        </pc:spChg>
        <pc:spChg chg="mod">
          <ac:chgData name="Nate Rocks" userId="9139e2ceb00f3fb1" providerId="LiveId" clId="{859AD0D1-A73F-49AC-A4EB-511B3A8A25A2}" dt="2026-09-04T18:33:19.617" v="1780" actId="1076"/>
          <ac:spMkLst>
            <pc:docMk/>
            <pc:sldMk cId="2700424492" sldId="281"/>
            <ac:spMk id="10" creationId="{AC3FF04F-CDED-535C-4509-ABA2771798BF}"/>
          </ac:spMkLst>
        </pc:spChg>
        <pc:spChg chg="add mod">
          <ac:chgData name="Nate Rocks" userId="9139e2ceb00f3fb1" providerId="LiveId" clId="{859AD0D1-A73F-49AC-A4EB-511B3A8A25A2}" dt="2026-09-04T18:33:19.617" v="1780" actId="1076"/>
          <ac:spMkLst>
            <pc:docMk/>
            <pc:sldMk cId="2700424492" sldId="281"/>
            <ac:spMk id="13" creationId="{B9780794-E3F5-62BA-C64B-62CB4C53A8A7}"/>
          </ac:spMkLst>
        </pc:spChg>
        <pc:spChg chg="mod">
          <ac:chgData name="Nate Rocks" userId="9139e2ceb00f3fb1" providerId="LiveId" clId="{859AD0D1-A73F-49AC-A4EB-511B3A8A25A2}" dt="2026-09-04T18:25:59.726" v="1723" actId="1076"/>
          <ac:spMkLst>
            <pc:docMk/>
            <pc:sldMk cId="2700424492" sldId="281"/>
            <ac:spMk id="41" creationId="{C65D4659-CA25-8BDA-19EE-05F7411410D3}"/>
          </ac:spMkLst>
        </pc:spChg>
        <pc:picChg chg="del">
          <ac:chgData name="Nate Rocks" userId="9139e2ceb00f3fb1" providerId="LiveId" clId="{859AD0D1-A73F-49AC-A4EB-511B3A8A25A2}" dt="2026-09-04T18:25:36.198" v="1717" actId="478"/>
          <ac:picMkLst>
            <pc:docMk/>
            <pc:sldMk cId="2700424492" sldId="281"/>
            <ac:picMk id="12" creationId="{C258B348-3171-B15D-03CA-27B486F480C1}"/>
          </ac:picMkLst>
        </pc:picChg>
        <pc:picChg chg="del">
          <ac:chgData name="Nate Rocks" userId="9139e2ceb00f3fb1" providerId="LiveId" clId="{859AD0D1-A73F-49AC-A4EB-511B3A8A25A2}" dt="2026-09-04T18:25:36.198" v="1717" actId="478"/>
          <ac:picMkLst>
            <pc:docMk/>
            <pc:sldMk cId="2700424492" sldId="281"/>
            <ac:picMk id="14" creationId="{06929DB0-8D10-579D-0A03-0A01778DF238}"/>
          </ac:picMkLst>
        </pc:picChg>
        <pc:picChg chg="mod">
          <ac:chgData name="Nate Rocks" userId="9139e2ceb00f3fb1" providerId="LiveId" clId="{859AD0D1-A73F-49AC-A4EB-511B3A8A25A2}" dt="2026-09-04T18:25:52.667" v="1719" actId="1076"/>
          <ac:picMkLst>
            <pc:docMk/>
            <pc:sldMk cId="2700424492" sldId="281"/>
            <ac:picMk id="16" creationId="{F9405C0C-F1EB-FA7E-DB03-2C23E0FB6957}"/>
          </ac:picMkLst>
        </pc:picChg>
        <pc:picChg chg="del">
          <ac:chgData name="Nate Rocks" userId="9139e2ceb00f3fb1" providerId="LiveId" clId="{859AD0D1-A73F-49AC-A4EB-511B3A8A25A2}" dt="2026-09-04T18:25:36.198" v="1717" actId="478"/>
          <ac:picMkLst>
            <pc:docMk/>
            <pc:sldMk cId="2700424492" sldId="281"/>
            <ac:picMk id="17" creationId="{CBE8C2F8-8729-75BD-9CCE-243FF75CAD26}"/>
          </ac:picMkLst>
        </pc:picChg>
        <pc:picChg chg="mod ord">
          <ac:chgData name="Nate Rocks" userId="9139e2ceb00f3fb1" providerId="LiveId" clId="{859AD0D1-A73F-49AC-A4EB-511B3A8A25A2}" dt="2026-09-04T18:26:30.077" v="1726" actId="1076"/>
          <ac:picMkLst>
            <pc:docMk/>
            <pc:sldMk cId="2700424492" sldId="281"/>
            <ac:picMk id="21" creationId="{8FEA390B-A20F-5EE8-10AF-70A722B9A00E}"/>
          </ac:picMkLst>
        </pc:picChg>
        <pc:picChg chg="del">
          <ac:chgData name="Nate Rocks" userId="9139e2ceb00f3fb1" providerId="LiveId" clId="{859AD0D1-A73F-49AC-A4EB-511B3A8A25A2}" dt="2026-09-04T18:25:36.198" v="1717" actId="478"/>
          <ac:picMkLst>
            <pc:docMk/>
            <pc:sldMk cId="2700424492" sldId="281"/>
            <ac:picMk id="26" creationId="{ED4A5A37-234B-EBCA-B4AF-C62A70A5DCA4}"/>
          </ac:picMkLst>
        </pc:picChg>
        <pc:cxnChg chg="mod">
          <ac:chgData name="Nate Rocks" userId="9139e2ceb00f3fb1" providerId="LiveId" clId="{859AD0D1-A73F-49AC-A4EB-511B3A8A25A2}" dt="2026-09-04T18:26:59.415" v="1732" actId="14100"/>
          <ac:cxnSpMkLst>
            <pc:docMk/>
            <pc:sldMk cId="2700424492" sldId="281"/>
            <ac:cxnSpMk id="9" creationId="{C282FFA1-40A3-A83D-D328-CF5E74F92932}"/>
          </ac:cxnSpMkLst>
        </pc:cxnChg>
        <pc:cxnChg chg="mod">
          <ac:chgData name="Nate Rocks" userId="9139e2ceb00f3fb1" providerId="LiveId" clId="{859AD0D1-A73F-49AC-A4EB-511B3A8A25A2}" dt="2026-09-04T18:25:31.472" v="1715" actId="1076"/>
          <ac:cxnSpMkLst>
            <pc:docMk/>
            <pc:sldMk cId="2700424492" sldId="281"/>
            <ac:cxnSpMk id="20" creationId="{47E419F5-6643-DDB4-A2F5-01AB11EB58D5}"/>
          </ac:cxnSpMkLst>
        </pc:cxnChg>
        <pc:cxnChg chg="mod">
          <ac:chgData name="Nate Rocks" userId="9139e2ceb00f3fb1" providerId="LiveId" clId="{859AD0D1-A73F-49AC-A4EB-511B3A8A25A2}" dt="2026-09-04T18:25:31.472" v="1715" actId="1076"/>
          <ac:cxnSpMkLst>
            <pc:docMk/>
            <pc:sldMk cId="2700424492" sldId="281"/>
            <ac:cxnSpMk id="23" creationId="{1C32F365-2438-29AE-7393-CF85135EC2B6}"/>
          </ac:cxnSpMkLst>
        </pc:cxnChg>
        <pc:cxnChg chg="mod">
          <ac:chgData name="Nate Rocks" userId="9139e2ceb00f3fb1" providerId="LiveId" clId="{859AD0D1-A73F-49AC-A4EB-511B3A8A25A2}" dt="2026-09-04T18:25:31.472" v="1715" actId="1076"/>
          <ac:cxnSpMkLst>
            <pc:docMk/>
            <pc:sldMk cId="2700424492" sldId="281"/>
            <ac:cxnSpMk id="28" creationId="{0BD2F60C-B2B8-C972-D8CB-DAA1A8F7F1C3}"/>
          </ac:cxnSpMkLst>
        </pc:cxnChg>
        <pc:cxnChg chg="mod">
          <ac:chgData name="Nate Rocks" userId="9139e2ceb00f3fb1" providerId="LiveId" clId="{859AD0D1-A73F-49AC-A4EB-511B3A8A25A2}" dt="2026-09-04T18:25:31.472" v="1715" actId="1076"/>
          <ac:cxnSpMkLst>
            <pc:docMk/>
            <pc:sldMk cId="2700424492" sldId="281"/>
            <ac:cxnSpMk id="32" creationId="{35E1E7B6-060E-264C-CB6C-B50F27E182A0}"/>
          </ac:cxnSpMkLst>
        </pc:cxnChg>
      </pc:sldChg>
      <pc:sldMasterChg chg="modTransition setBg modSldLayout">
        <pc:chgData name="Nate Rocks" userId="9139e2ceb00f3fb1" providerId="LiveId" clId="{859AD0D1-A73F-49AC-A4EB-511B3A8A25A2}" dt="2026-09-03T14:10:35.745" v="944"/>
        <pc:sldMasterMkLst>
          <pc:docMk/>
          <pc:sldMasterMk cId="3859431388" sldId="2147483648"/>
        </pc:sldMasterMkLst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2660073557" sldId="2147483649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581917806" sldId="2147483650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1291115793" sldId="2147483651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671618756" sldId="2147483652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543868711" sldId="2147483653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740679207" sldId="2147483654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624756588" sldId="2147483655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2937283239" sldId="2147483656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274840773" sldId="2147483657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4071080489" sldId="2147483658"/>
          </pc:sldLayoutMkLst>
        </pc:sldLayoutChg>
        <pc:sldLayoutChg chg="modTransition setBg">
          <pc:chgData name="Nate Rocks" userId="9139e2ceb00f3fb1" providerId="LiveId" clId="{859AD0D1-A73F-49AC-A4EB-511B3A8A25A2}" dt="2026-09-03T14:10:35.745" v="944"/>
          <pc:sldLayoutMkLst>
            <pc:docMk/>
            <pc:sldMasterMk cId="3859431388" sldId="2147483648"/>
            <pc:sldLayoutMk cId="2295653914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A2009-7544-48CD-A4C0-9BE4247C4683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E4ED4-8FD0-4E9A-B9CF-7099D0DA128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233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Good morning, everyone.</a:t>
            </a:r>
            <a:br>
              <a:rPr lang="en-PH" dirty="0"/>
            </a:br>
            <a:r>
              <a:rPr lang="en-PH" dirty="0"/>
              <a:t>We are the presenters </a:t>
            </a:r>
            <a:r>
              <a:rPr lang="en-PH" b="1" dirty="0"/>
              <a:t>Module IV, Lesson 1 of Information, Assurance, and Security</a:t>
            </a:r>
          </a:p>
          <a:p>
            <a:r>
              <a:rPr lang="en-PH" b="1" dirty="0"/>
              <a:t>And today, we are going to tackle about the topic Privacy Policy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3509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7513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F3FD-7820-9CF6-AE40-199E9E44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1764A-BFD8-441C-8C25-A25AC11C9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6483B-6833-C509-F61C-7EE251E5D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729D8-8C0C-8D9B-2DCF-ACC01F15B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5813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94BEE-F34B-7870-3670-DE5A9864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1B1D7F-28E9-78A2-F971-288E17529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DCD47-7B14-E061-A886-4C58615D6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6481F-B294-8C2B-5204-F6534E4B7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5552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62F4-B4B0-A8DA-77C9-D4449EB9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7E682-980E-ED3C-ACD0-801198F07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62E49-6A1E-B9E6-2852-6D68E1223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E2E40-59D6-B642-D50B-6D315306B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14717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0527-FE03-8754-568D-A936A676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CD762-D7E2-F0E1-98D8-BA871C336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2B157-4718-D455-C9B2-E1E72E6FA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25E62-A149-CACF-BB3D-73C11F57C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66296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7F75-50B6-E809-DBA2-5E994F1F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EBE74-4597-17C5-FBE1-DDAFD4780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3982D-A0CF-EFFF-98C1-8DF0994EF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1E550-2D4F-6969-4611-2DF72A4F4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08012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22C2-0A59-F91E-400C-C286CC19E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F0A2D-99BE-00C4-DC91-4455CC97F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8293F-3461-C206-18A5-948AC4449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FC61-5D9C-D0EA-46B8-7CA528BAA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6877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2BA6-B2E9-B3C2-DDE5-2403BA0B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89A66-B8B2-578F-F5E9-B54269E8D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324F0-9BE9-93E5-0E6E-1E65B8316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E3437-F1F0-E50A-21D4-9E88615DD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8212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1BE35-1CEF-99E9-A3C7-88FA7914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E499C-6C32-0013-57B5-49F75DC37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49002-4CFF-710A-6547-E67B71F37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C08C1-EE0E-DE28-A86C-63F4D67E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6333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A2F8-F004-FE70-7307-C52816B2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4D1CD-3BF4-1219-3A25-95093A68B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85BC8-D480-85C1-934C-E8AE1655E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288F-C66D-F4B3-041A-39F993420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3423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A0FC-E2DC-D63C-AAAE-D4FD6958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CEE92-013E-4F67-DB02-895DC0CE0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CD686-EB89-07B6-73DD-E980A7EFF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00368-E3BE-6D5F-2235-55351E9D3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6464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2CFC-7570-6EED-6BB0-19090DE0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1F30E-3DB9-8756-4217-174811E49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3E95B-6C9A-A124-B517-227A41D11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So, </a:t>
            </a:r>
            <a:r>
              <a:rPr lang="en-PH" dirty="0" err="1"/>
              <a:t>ano</a:t>
            </a:r>
            <a:r>
              <a:rPr lang="en-PH" dirty="0"/>
              <a:t> </a:t>
            </a:r>
            <a:r>
              <a:rPr lang="en-PH" dirty="0" err="1"/>
              <a:t>nga</a:t>
            </a:r>
            <a:r>
              <a:rPr lang="en-PH" dirty="0"/>
              <a:t> </a:t>
            </a:r>
            <a:r>
              <a:rPr lang="en-PH" dirty="0" err="1"/>
              <a:t>ba</a:t>
            </a:r>
            <a:r>
              <a:rPr lang="en-PH" dirty="0"/>
              <a:t> ang Privacy Policy?</a:t>
            </a:r>
          </a:p>
          <a:p>
            <a:r>
              <a:rPr lang="en-PH" dirty="0"/>
              <a:t>Well, according to this slide,  Privacy Policy is [Read]</a:t>
            </a:r>
          </a:p>
          <a:p>
            <a:endParaRPr lang="en-PH" dirty="0"/>
          </a:p>
          <a:p>
            <a:r>
              <a:rPr lang="en-PH" dirty="0"/>
              <a:t>Let me translate it in Filipino:</a:t>
            </a:r>
          </a:p>
          <a:p>
            <a:r>
              <a:rPr lang="en-PH" dirty="0"/>
              <a:t>A Privacy Policy is a </a:t>
            </a:r>
            <a:r>
              <a:rPr lang="en-PH" b="1" dirty="0"/>
              <a:t>statement or legal document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nag-</a:t>
            </a:r>
            <a:r>
              <a:rPr lang="en-PH" dirty="0" err="1"/>
              <a:t>eexplain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nangongolekta</a:t>
            </a:r>
            <a:r>
              <a:rPr lang="en-PH" dirty="0"/>
              <a:t>, </a:t>
            </a:r>
            <a:r>
              <a:rPr lang="en-PH" dirty="0" err="1"/>
              <a:t>ginagamit</a:t>
            </a:r>
            <a:r>
              <a:rPr lang="en-PH" dirty="0"/>
              <a:t>, </a:t>
            </a:r>
            <a:r>
              <a:rPr lang="en-PH" dirty="0" err="1"/>
              <a:t>dini</a:t>
            </a:r>
            <a:r>
              <a:rPr lang="en-PH" dirty="0"/>
              <a:t>-disclose, at mina-manage ng </a:t>
            </a:r>
            <a:r>
              <a:rPr lang="en-PH" dirty="0" err="1"/>
              <a:t>isang</a:t>
            </a:r>
            <a:r>
              <a:rPr lang="en-PH" dirty="0"/>
              <a:t> organization ang personal data ng </a:t>
            </a:r>
            <a:r>
              <a:rPr lang="en-PH" dirty="0" err="1"/>
              <a:t>mga</a:t>
            </a:r>
            <a:r>
              <a:rPr lang="en-PH" dirty="0"/>
              <a:t> customers, clients, o employees.</a:t>
            </a:r>
          </a:p>
          <a:p>
            <a:r>
              <a:rPr lang="en-PH" dirty="0" err="1"/>
              <a:t>Ibig</a:t>
            </a:r>
            <a:r>
              <a:rPr lang="en-PH" dirty="0"/>
              <a:t> </a:t>
            </a:r>
            <a:r>
              <a:rPr lang="en-PH" dirty="0" err="1"/>
              <a:t>sabihin</a:t>
            </a:r>
            <a:r>
              <a:rPr lang="en-PH" dirty="0"/>
              <a:t>, </a:t>
            </a:r>
            <a:r>
              <a:rPr lang="en-PH" dirty="0" err="1"/>
              <a:t>dito</a:t>
            </a:r>
            <a:r>
              <a:rPr lang="en-PH" dirty="0"/>
              <a:t> </a:t>
            </a:r>
            <a:r>
              <a:rPr lang="en-PH" dirty="0" err="1"/>
              <a:t>nakasulat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hinahandle</a:t>
            </a:r>
            <a:r>
              <a:rPr lang="en-PH" dirty="0"/>
              <a:t> ang </a:t>
            </a:r>
            <a:r>
              <a:rPr lang="en-PH" dirty="0" err="1"/>
              <a:t>mga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 </a:t>
            </a:r>
            <a:r>
              <a:rPr lang="en-PH" dirty="0" err="1"/>
              <a:t>tulad</a:t>
            </a:r>
            <a:r>
              <a:rPr lang="en-PH" dirty="0"/>
              <a:t> 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Phone number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Age, sex, marital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Race, nationality, at </a:t>
            </a:r>
            <a:r>
              <a:rPr lang="en-PH" dirty="0" err="1"/>
              <a:t>pati</a:t>
            </a:r>
            <a:r>
              <a:rPr lang="en-PH" dirty="0"/>
              <a:t> religious beliefs.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r>
              <a:rPr lang="en-PH" dirty="0"/>
              <a:t>In short, </a:t>
            </a:r>
            <a:r>
              <a:rPr lang="en-PH" dirty="0" err="1"/>
              <a:t>ito</a:t>
            </a:r>
            <a:r>
              <a:rPr lang="en-PH" dirty="0"/>
              <a:t> ang </a:t>
            </a:r>
            <a:r>
              <a:rPr lang="en-PH" dirty="0" err="1"/>
              <a:t>dokumento</a:t>
            </a:r>
            <a:r>
              <a:rPr lang="en-PH" dirty="0"/>
              <a:t>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nagsasabi</a:t>
            </a:r>
            <a:r>
              <a:rPr lang="en-PH" dirty="0"/>
              <a:t> kung </a:t>
            </a:r>
            <a:r>
              <a:rPr lang="en-PH" dirty="0" err="1"/>
              <a:t>paano</a:t>
            </a:r>
            <a:r>
              <a:rPr lang="en-PH" dirty="0"/>
              <a:t> </a:t>
            </a:r>
            <a:r>
              <a:rPr lang="en-PH" dirty="0" err="1"/>
              <a:t>nila</a:t>
            </a:r>
            <a:r>
              <a:rPr lang="en-PH" dirty="0"/>
              <a:t> </a:t>
            </a:r>
            <a:r>
              <a:rPr lang="en-PH" dirty="0" err="1"/>
              <a:t>pinoprotektahan</a:t>
            </a:r>
            <a:r>
              <a:rPr lang="en-PH" dirty="0"/>
              <a:t> o </a:t>
            </a:r>
            <a:r>
              <a:rPr lang="en-PH" dirty="0" err="1"/>
              <a:t>ginagamit</a:t>
            </a:r>
            <a:r>
              <a:rPr lang="en-PH" dirty="0"/>
              <a:t> ang </a:t>
            </a:r>
            <a:r>
              <a:rPr lang="en-PH" dirty="0" err="1"/>
              <a:t>ating</a:t>
            </a:r>
            <a:r>
              <a:rPr lang="en-PH" dirty="0"/>
              <a:t> personal </a:t>
            </a:r>
            <a:r>
              <a:rPr lang="en-PH" dirty="0" err="1"/>
              <a:t>na</a:t>
            </a:r>
            <a:r>
              <a:rPr lang="en-PH" dirty="0"/>
              <a:t> </a:t>
            </a:r>
            <a:r>
              <a:rPr lang="en-PH" dirty="0" err="1"/>
              <a:t>impormasyon</a:t>
            </a:r>
            <a:r>
              <a:rPr lang="en-PH" dirty="0"/>
              <a:t>.</a:t>
            </a:r>
          </a:p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1DFF2-36D2-F97D-C03B-C468869A3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E4ED4-8FD0-4E9A-B9CF-7099D0DA1280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710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7630-86BA-3A48-0AD9-6E3E59026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33A7C-8658-FD7E-46D8-9F335A03B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24253-AE41-35DC-086F-71C589FF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BA20-5F53-08E7-6622-D49CD96F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D5B43-B869-3231-D4B0-EBEC53E5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0073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B384-D88A-C1B3-349E-7A39ABEA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23015-32A4-BB5F-7A9D-D543A0C0D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32CA5-1B98-5545-D02A-68FD383D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D932B-5A01-C5A6-A3F3-FAF2E648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C71C8-B412-75FF-97A2-4A3B8FD9B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1917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9935-C2A0-D664-CEE4-085486D0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5CE8A-420A-035E-AF72-F6150CB4C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84257-5E7E-DDDF-36BA-875B0FBB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CEF4D-AF85-29FC-3069-D660BA8C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FAF1E-00BA-5B95-3EB7-36961482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1115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B968-D0DE-DBEF-9A7D-D7D4A12B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15FDA-93D2-795F-B0DD-22A6E8DDF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1F071-793E-122F-8662-823D7BA5D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D775D-2E1E-A7AB-6166-4C063F6DB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E51EE-B0F1-0D47-0359-4C874C08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7782C-CC08-BCCC-670F-DFA9BED4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1618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5C02-58D8-D155-5E93-A596C402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0397B-88F4-7807-8A51-A9222C4A9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1A840-B731-E891-EF28-319E403BE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D75ED-40C3-58C4-3C38-699FD4D1A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C63F8-21EE-F839-05DF-6D7FA4930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9337DC-E66D-6FBC-FB37-7BB1DDC1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31829-AE91-C7AA-14BC-1F76B18B4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6BB0C-6E62-C3B6-B266-3BDE8CD3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43868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D987-5406-CBCD-7CF2-50BD8320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7438E-7DB4-076C-CB27-12E49B35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37A3B-7797-F574-DAF8-90384709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BE578-88B7-8CCC-0085-7FCEA596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40679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56AAD-6A34-D51A-0DE2-CED8B57B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7F8D-2BEA-C55E-BD29-EBE72B75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80659-0D5A-0AA2-EA7A-7B623A78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4756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C8C4B-8E6A-A5C5-25F0-15B36890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3275-7E90-2224-F880-2E8D4CF9D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61551-EE28-337A-D1B2-C387388CE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F2907-B89A-C42E-9280-3D0EDDFA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8FADE-40E8-6758-92E3-7B67438A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E25E9-6C4C-F31F-324D-44F60677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72832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6A0A-D753-D46F-2AC1-561668AD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92EEA-B3E3-FCBE-A2E0-A70599D6F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C17DA-6EDF-DD74-C5C2-C315755D4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3DD4B-ADA8-4C70-236C-F140E6B7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4E270-DC4A-CEFE-739C-102CBEED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07118-3DA1-5233-B644-4A6FB499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4840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6102-46DF-EA25-D734-C3BD0623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57628-7B07-9052-8AF9-11CEF3353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A9463-51EA-5487-3D83-93C49798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24E99-3E27-836F-5940-59DB5326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291C-B97B-D43C-9624-0F844004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080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56AC80-E6AC-2AF8-EDCC-C5D513493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7DF0-AD4D-2448-5C8A-EE3A5B921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22ABA-0604-17C4-2B2F-ABF5ED72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C704-BF65-5C62-9A4A-E7F1A53F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19E4C-7774-9CC5-FF3D-CFFEBD36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5653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5000"/>
                <a:lumOff val="9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FADC5-6C3E-682D-4844-846D793C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B1FF2-1112-A0EC-B418-4DEF627D0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0642-C699-4795-E7A0-2589BAEF7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F2110-29FB-40D4-BB18-3A0CAA54D366}" type="datetimeFigureOut">
              <a:rPr lang="en-PH" smtClean="0"/>
              <a:t>Sep 3,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DE3D6-FB8F-9798-F1E4-7EEAF0590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6603C-81A1-339D-61D2-0DFDBA60C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A5D2F-BC4D-4B60-B7BE-03E7ACEFBA0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943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E1D0-C7EA-0F87-730B-07B1100C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0CD90B0-FDCA-EB30-44D0-242C42B69DE0}"/>
              </a:ext>
            </a:extLst>
          </p:cNvPr>
          <p:cNvGrpSpPr/>
          <p:nvPr/>
        </p:nvGrpSpPr>
        <p:grpSpPr>
          <a:xfrm>
            <a:off x="1520142" y="642724"/>
            <a:ext cx="9151716" cy="3279944"/>
            <a:chOff x="1655335" y="831574"/>
            <a:chExt cx="9151716" cy="3279944"/>
          </a:xfrm>
        </p:grpSpPr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147F5C73-6F33-6BDB-8BEC-B9A2DF5154D3}"/>
                </a:ext>
              </a:extLst>
            </p:cNvPr>
            <p:cNvSpPr txBox="1"/>
            <p:nvPr/>
          </p:nvSpPr>
          <p:spPr>
            <a:xfrm>
              <a:off x="1655335" y="831574"/>
              <a:ext cx="9151716" cy="29546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4800" b="1" dirty="0">
                  <a:latin typeface="Poppins" panose="00000500000000000000" pitchFamily="2" charset="0"/>
                  <a:cs typeface="Poppins" panose="00000500000000000000" pitchFamily="2" charset="0"/>
                </a:rPr>
                <a:t>REAL-TIME LAN-BASED</a:t>
              </a:r>
            </a:p>
            <a:p>
              <a:pPr algn="ctr"/>
              <a:r>
                <a:rPr lang="en-US" sz="4800" b="1" dirty="0">
                  <a:latin typeface="Poppins" panose="00000500000000000000" pitchFamily="2" charset="0"/>
                  <a:cs typeface="Poppins" panose="00000500000000000000" pitchFamily="2" charset="0"/>
                </a:rPr>
                <a:t>QUEUING MANAGEMENT &amp;</a:t>
              </a:r>
            </a:p>
            <a:p>
              <a:pPr algn="ctr"/>
              <a:r>
                <a:rPr lang="en-US" sz="4800" b="1" dirty="0">
                  <a:latin typeface="Poppins" panose="00000500000000000000" pitchFamily="2" charset="0"/>
                  <a:cs typeface="Poppins" panose="00000500000000000000" pitchFamily="2" charset="0"/>
                </a:rPr>
                <a:t>STATISTICAL REPORTING</a:t>
              </a:r>
            </a:p>
            <a:p>
              <a:pPr algn="ctr"/>
              <a:r>
                <a:rPr lang="en-US" sz="4800" b="1" dirty="0">
                  <a:latin typeface="Poppins" panose="00000500000000000000" pitchFamily="2" charset="0"/>
                  <a:cs typeface="Poppins" panose="00000500000000000000" pitchFamily="2" charset="0"/>
                </a:rPr>
                <a:t>SYSTEM</a:t>
              </a:r>
            </a:p>
          </p:txBody>
        </p:sp>
        <p:sp>
          <p:nvSpPr>
            <p:cNvPr id="3" name="TextBox 8">
              <a:extLst>
                <a:ext uri="{FF2B5EF4-FFF2-40B4-BE49-F238E27FC236}">
                  <a16:creationId xmlns:a16="http://schemas.microsoft.com/office/drawing/2014/main" id="{FB322802-313E-0814-C6CD-F59B0B05D1F8}"/>
                </a:ext>
              </a:extLst>
            </p:cNvPr>
            <p:cNvSpPr txBox="1"/>
            <p:nvPr/>
          </p:nvSpPr>
          <p:spPr>
            <a:xfrm>
              <a:off x="1655335" y="3680631"/>
              <a:ext cx="9151716" cy="4308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70C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FOR THE BPL-LIEO OF LGU ROSARIO, LA UNION</a:t>
              </a: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22B38D54-1756-D349-64CF-F193D3C9B19F}"/>
              </a:ext>
            </a:extLst>
          </p:cNvPr>
          <p:cNvSpPr txBox="1"/>
          <p:nvPr/>
        </p:nvSpPr>
        <p:spPr>
          <a:xfrm>
            <a:off x="4190190" y="4185567"/>
            <a:ext cx="381162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2000" dirty="0">
                <a:latin typeface="Poppins" panose="00000500000000000000" pitchFamily="2" charset="0"/>
                <a:cs typeface="Poppins" panose="00000500000000000000" pitchFamily="2" charset="0"/>
              </a:rPr>
              <a:t>Tandas, Rojean F. </a:t>
            </a:r>
          </a:p>
          <a:p>
            <a:pPr algn="ctr"/>
            <a:r>
              <a:rPr lang="es-ES" sz="2000" dirty="0">
                <a:latin typeface="Poppins" panose="00000500000000000000" pitchFamily="2" charset="0"/>
                <a:cs typeface="Poppins" panose="00000500000000000000" pitchFamily="2" charset="0"/>
              </a:rPr>
              <a:t>Barbosa, </a:t>
            </a:r>
            <a:r>
              <a:rPr lang="es-ES" sz="2000" dirty="0" err="1">
                <a:latin typeface="Poppins" panose="00000500000000000000" pitchFamily="2" charset="0"/>
                <a:cs typeface="Poppins" panose="00000500000000000000" pitchFamily="2" charset="0"/>
              </a:rPr>
              <a:t>Manrijan</a:t>
            </a:r>
            <a:r>
              <a:rPr lang="es-ES" sz="2000" dirty="0">
                <a:latin typeface="Poppins" panose="00000500000000000000" pitchFamily="2" charset="0"/>
                <a:cs typeface="Poppins" panose="00000500000000000000" pitchFamily="2" charset="0"/>
              </a:rPr>
              <a:t> M. </a:t>
            </a:r>
          </a:p>
          <a:p>
            <a:pPr algn="ctr"/>
            <a:r>
              <a:rPr lang="es-ES" sz="2000" dirty="0">
                <a:latin typeface="Poppins" panose="00000500000000000000" pitchFamily="2" charset="0"/>
                <a:cs typeface="Poppins" panose="00000500000000000000" pitchFamily="2" charset="0"/>
              </a:rPr>
              <a:t>Estrelles, Carren Nicole A.</a:t>
            </a:r>
          </a:p>
          <a:p>
            <a:pPr algn="ctr"/>
            <a:r>
              <a:rPr lang="es-ES" sz="2000" dirty="0">
                <a:latin typeface="Poppins" panose="00000500000000000000" pitchFamily="2" charset="0"/>
                <a:cs typeface="Poppins" panose="00000500000000000000" pitchFamily="2" charset="0"/>
              </a:rPr>
              <a:t>Garcia , John David R. </a:t>
            </a:r>
          </a:p>
          <a:p>
            <a:pPr algn="ctr"/>
            <a:r>
              <a:rPr lang="es-ES" sz="2000" dirty="0">
                <a:latin typeface="Poppins" panose="00000500000000000000" pitchFamily="2" charset="0"/>
                <a:cs typeface="Poppins" panose="00000500000000000000" pitchFamily="2" charset="0"/>
              </a:rPr>
              <a:t>Rulloda, Jade Allysa V.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CD9F5B3-998F-9061-7ECF-EBCE5780B43E}"/>
              </a:ext>
            </a:extLst>
          </p:cNvPr>
          <p:cNvSpPr txBox="1"/>
          <p:nvPr/>
        </p:nvSpPr>
        <p:spPr>
          <a:xfrm>
            <a:off x="231649" y="5907500"/>
            <a:ext cx="1172870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 Mariano Marcos Memorial State University - South La Union Campus</a:t>
            </a:r>
          </a:p>
        </p:txBody>
      </p:sp>
    </p:spTree>
    <p:extLst>
      <p:ext uri="{BB962C8B-B14F-4D97-AF65-F5344CB8AC3E}">
        <p14:creationId xmlns:p14="http://schemas.microsoft.com/office/powerpoint/2010/main" val="1191149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9CE8-0512-5869-8BCB-C77DFF53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4608D7-8E22-3EFC-590E-092B9878C4EA}"/>
              </a:ext>
            </a:extLst>
          </p:cNvPr>
          <p:cNvCxnSpPr>
            <a:cxnSpLocks/>
          </p:cNvCxnSpPr>
          <p:nvPr/>
        </p:nvCxnSpPr>
        <p:spPr>
          <a:xfrm>
            <a:off x="2153640" y="1065401"/>
            <a:ext cx="11534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B57EEBE-2643-5F3B-075E-F135CF920E78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D923374-0F9D-861A-2242-00F806CE5607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D2F7626-FB7D-80E1-CF5C-53B6E5C3187C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A7E633-C00B-2C0B-D2D3-45FB0D121DF2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8F17D3D-87EC-6BFF-1F58-D20968C50CAA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C29A791B-7439-5932-BC15-16CB09AF46A4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EA8205-AB25-DDC7-DEA9-AAC12D56519E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755EEA-19DD-E9C9-7027-91CC3A0CA3F2}"/>
              </a:ext>
            </a:extLst>
          </p:cNvPr>
          <p:cNvSpPr/>
          <p:nvPr/>
        </p:nvSpPr>
        <p:spPr>
          <a:xfrm>
            <a:off x="199892" y="350161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F11D6-5437-96D4-6ED1-E1E822AEFD6F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Situation Analysis: </a:t>
            </a:r>
            <a:r>
              <a:rPr lang="en-US" sz="2800" b="1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The Current State</a:t>
            </a:r>
            <a:endParaRPr lang="en-PH" sz="2800" dirty="0">
              <a:highlight>
                <a:srgbClr val="FFFF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792E0-8E41-9DFF-59A5-2C99061F5F50}"/>
              </a:ext>
            </a:extLst>
          </p:cNvPr>
          <p:cNvSpPr txBox="1"/>
          <p:nvPr/>
        </p:nvSpPr>
        <p:spPr>
          <a:xfrm>
            <a:off x="3671332" y="973267"/>
            <a:ext cx="82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The Context: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BPL-LIEOs accommodate a massive influx of clients during peak business registration and renewal periods.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527E9-98FB-B67D-7CAB-F9F6D02F5AF0}"/>
              </a:ext>
            </a:extLst>
          </p:cNvPr>
          <p:cNvSpPr txBox="1"/>
          <p:nvPr/>
        </p:nvSpPr>
        <p:spPr>
          <a:xfrm>
            <a:off x="3671332" y="2149806"/>
            <a:ext cx="82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The Current Method: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Heavy reliance on manual queuing and verbal calling.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9461DF-6A30-2CC4-2A68-03808D351123}"/>
              </a:ext>
            </a:extLst>
          </p:cNvPr>
          <p:cNvSpPr txBox="1"/>
          <p:nvPr/>
        </p:nvSpPr>
        <p:spPr>
          <a:xfrm>
            <a:off x="3671331" y="2957012"/>
            <a:ext cx="82575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The Bottlenecks:</a:t>
            </a:r>
          </a:p>
          <a:p>
            <a:pPr marL="715963" lvl="1" indent="-258763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Disorganized client flow and overcrowding.</a:t>
            </a:r>
          </a:p>
          <a:p>
            <a:pPr marL="715963" lvl="1" indent="-258763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Client uncertainty regarding queue position.</a:t>
            </a:r>
          </a:p>
          <a:p>
            <a:pPr marL="715963" lvl="1" indent="-258763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Staff difficulty in simultaneously processing documents, managing the line, and tracking skipped or returning clients.</a:t>
            </a:r>
          </a:p>
        </p:txBody>
      </p:sp>
      <p:pic>
        <p:nvPicPr>
          <p:cNvPr id="11" name="Graphic 10" descr="Research with solid fill">
            <a:extLst>
              <a:ext uri="{FF2B5EF4-FFF2-40B4-BE49-F238E27FC236}">
                <a16:creationId xmlns:a16="http://schemas.microsoft.com/office/drawing/2014/main" id="{240D87F0-A936-FFD4-E4C3-669454E20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718" y="754845"/>
            <a:ext cx="914400" cy="914400"/>
          </a:xfrm>
          <a:prstGeom prst="rect">
            <a:avLst/>
          </a:prstGeom>
        </p:spPr>
      </p:pic>
      <p:pic>
        <p:nvPicPr>
          <p:cNvPr id="57" name="Graphic 56" descr="Clipboard Checked with solid fill">
            <a:extLst>
              <a:ext uri="{FF2B5EF4-FFF2-40B4-BE49-F238E27FC236}">
                <a16:creationId xmlns:a16="http://schemas.microsoft.com/office/drawing/2014/main" id="{F954F875-7BF6-B00E-DCA6-99CDAD36A7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40" y="2434935"/>
            <a:ext cx="914400" cy="914400"/>
          </a:xfrm>
          <a:prstGeom prst="rect">
            <a:avLst/>
          </a:prstGeom>
        </p:spPr>
      </p:pic>
      <p:pic>
        <p:nvPicPr>
          <p:cNvPr id="59" name="Graphic 58" descr="Blueprint with solid fill">
            <a:extLst>
              <a:ext uri="{FF2B5EF4-FFF2-40B4-BE49-F238E27FC236}">
                <a16:creationId xmlns:a16="http://schemas.microsoft.com/office/drawing/2014/main" id="{E474A5B8-F0FD-61DE-651B-113AFFAA5F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240" y="3823070"/>
            <a:ext cx="914400" cy="914400"/>
          </a:xfrm>
          <a:prstGeom prst="rect">
            <a:avLst/>
          </a:prstGeom>
        </p:spPr>
      </p:pic>
      <p:pic>
        <p:nvPicPr>
          <p:cNvPr id="61" name="Graphic 60" descr="Tools with solid fill">
            <a:extLst>
              <a:ext uri="{FF2B5EF4-FFF2-40B4-BE49-F238E27FC236}">
                <a16:creationId xmlns:a16="http://schemas.microsoft.com/office/drawing/2014/main" id="{38D5E76D-2EB0-27F7-93EA-9677F2AF4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507" y="46427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93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E497D-2181-8246-DCAA-D78C8DEE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3EB253-A03A-78E6-E957-D76DD1B06FBF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D74E32-A7F0-D352-3ECF-17A28924E518}"/>
              </a:ext>
            </a:extLst>
          </p:cNvPr>
          <p:cNvCxnSpPr>
            <a:cxnSpLocks/>
          </p:cNvCxnSpPr>
          <p:nvPr/>
        </p:nvCxnSpPr>
        <p:spPr>
          <a:xfrm>
            <a:off x="2153640" y="1065401"/>
            <a:ext cx="11534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F6FBE61-A891-EEC6-46F4-E797A08A12EA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3D7F171-DFBF-AC54-DF15-EF3F88F75423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34D19BA-36E3-CFF6-F63D-C3F2190E1A4A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2E6553-A537-9637-8B48-2BD94E4D57B2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EB7149-F2F8-1B3B-DDF4-0E6FEE0FB431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774681D0-80FC-7DEB-3A0D-9871007F98D6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389B81-C229-568C-EE9F-EFE6FBC1E097}"/>
              </a:ext>
            </a:extLst>
          </p:cNvPr>
          <p:cNvSpPr/>
          <p:nvPr/>
        </p:nvSpPr>
        <p:spPr>
          <a:xfrm>
            <a:off x="199892" y="350161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547A2-9A5F-0C26-DBF2-3DBBB5467DBD}"/>
              </a:ext>
            </a:extLst>
          </p:cNvPr>
          <p:cNvSpPr txBox="1"/>
          <p:nvPr/>
        </p:nvSpPr>
        <p:spPr>
          <a:xfrm>
            <a:off x="3706048" y="401555"/>
            <a:ext cx="8620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Situation Analysis: </a:t>
            </a:r>
            <a:r>
              <a:rPr lang="en-US" sz="2800" b="1" dirty="0">
                <a:highlight>
                  <a:srgbClr val="00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The Research Gap</a:t>
            </a:r>
            <a:endParaRPr lang="en-PH" sz="2800" dirty="0">
              <a:highlight>
                <a:srgbClr val="00FF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2354C-B39B-2547-A9EC-7BE8D13AA362}"/>
              </a:ext>
            </a:extLst>
          </p:cNvPr>
          <p:cNvSpPr txBox="1"/>
          <p:nvPr/>
        </p:nvSpPr>
        <p:spPr>
          <a:xfrm>
            <a:off x="3671332" y="896345"/>
            <a:ext cx="82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The Assumption: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Many assume any generic, off-the-shelf queuing system (like in banks or fast food) can work for a government office.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6C46F-3861-16E2-E731-6C939A3C5D80}"/>
              </a:ext>
            </a:extLst>
          </p:cNvPr>
          <p:cNvSpPr txBox="1"/>
          <p:nvPr/>
        </p:nvSpPr>
        <p:spPr>
          <a:xfrm>
            <a:off x="3671332" y="2056159"/>
            <a:ext cx="82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The Reality: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Generic systems lack the flexibility to handle the unique, multi-stage workflow of the Rosario BPL-LIEO.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625DF2-4788-B150-BB3D-6E9CE87DE6A9}"/>
              </a:ext>
            </a:extLst>
          </p:cNvPr>
          <p:cNvSpPr txBox="1"/>
          <p:nvPr/>
        </p:nvSpPr>
        <p:spPr>
          <a:xfrm>
            <a:off x="3671332" y="3198612"/>
            <a:ext cx="8257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Specific Missing Features in Generic Systems:</a:t>
            </a:r>
          </a:p>
          <a:p>
            <a:pPr marL="715963" lvl="1" indent="-258763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They don't differentiate between New vs. Renewal workflows at the point of ticket generation.</a:t>
            </a:r>
          </a:p>
          <a:p>
            <a:pPr marL="715963" lvl="1" indent="-258763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They lack a structured mechanism for handling clients with incomplete requirements who must return the next day.</a:t>
            </a:r>
          </a:p>
          <a:p>
            <a:pPr marL="715963" lvl="1" indent="-258763"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There is no localized, real-time tracking of complex transaction statuses.</a:t>
            </a:r>
          </a:p>
        </p:txBody>
      </p:sp>
      <p:pic>
        <p:nvPicPr>
          <p:cNvPr id="11" name="Graphic 10" descr="Research with solid fill">
            <a:extLst>
              <a:ext uri="{FF2B5EF4-FFF2-40B4-BE49-F238E27FC236}">
                <a16:creationId xmlns:a16="http://schemas.microsoft.com/office/drawing/2014/main" id="{EDBBB05D-A726-9D89-44B4-3F0E091F9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718" y="754845"/>
            <a:ext cx="914400" cy="914400"/>
          </a:xfrm>
          <a:prstGeom prst="rect">
            <a:avLst/>
          </a:prstGeom>
        </p:spPr>
      </p:pic>
      <p:pic>
        <p:nvPicPr>
          <p:cNvPr id="17" name="Graphic 16" descr="Clipboard Checked with solid fill">
            <a:extLst>
              <a:ext uri="{FF2B5EF4-FFF2-40B4-BE49-F238E27FC236}">
                <a16:creationId xmlns:a16="http://schemas.microsoft.com/office/drawing/2014/main" id="{27F7D182-0205-92A9-FB7B-23E9938CAF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40" y="2434935"/>
            <a:ext cx="914400" cy="914400"/>
          </a:xfrm>
          <a:prstGeom prst="rect">
            <a:avLst/>
          </a:prstGeom>
        </p:spPr>
      </p:pic>
      <p:pic>
        <p:nvPicPr>
          <p:cNvPr id="19" name="Graphic 18" descr="Blueprint with solid fill">
            <a:extLst>
              <a:ext uri="{FF2B5EF4-FFF2-40B4-BE49-F238E27FC236}">
                <a16:creationId xmlns:a16="http://schemas.microsoft.com/office/drawing/2014/main" id="{86E02FF0-2A2C-47D0-8C86-50EF4E29DB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240" y="3823070"/>
            <a:ext cx="914400" cy="914400"/>
          </a:xfrm>
          <a:prstGeom prst="rect">
            <a:avLst/>
          </a:prstGeom>
        </p:spPr>
      </p:pic>
      <p:pic>
        <p:nvPicPr>
          <p:cNvPr id="22" name="Graphic 21" descr="Tools with solid fill">
            <a:extLst>
              <a:ext uri="{FF2B5EF4-FFF2-40B4-BE49-F238E27FC236}">
                <a16:creationId xmlns:a16="http://schemas.microsoft.com/office/drawing/2014/main" id="{33A3B519-754F-C6F0-752D-582AFBBF4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507" y="46427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6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F222-D881-FD77-5892-A73C3DF4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4A3972-041B-9AFA-DE18-C99C8DFABE05}"/>
              </a:ext>
            </a:extLst>
          </p:cNvPr>
          <p:cNvCxnSpPr>
            <a:cxnSpLocks/>
          </p:cNvCxnSpPr>
          <p:nvPr/>
        </p:nvCxnSpPr>
        <p:spPr>
          <a:xfrm>
            <a:off x="2153640" y="1065401"/>
            <a:ext cx="11534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01AD9C-3507-B27C-5886-9D0382124A2C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8E34BDF-0A93-890D-3D34-3CFB344B8CCF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598147C-F9B4-F1CF-2A54-C863A91D9B4B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56C9A4-7981-BC91-0376-DC83D2271707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0E2C33A-C064-04EE-4DF0-828A829C6596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9E8D7C83-206D-A40C-4433-4E83344A19A4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2F08EE-80F5-645B-315F-F59148826C79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088B59-B3B6-E3EF-3322-F106061708EA}"/>
              </a:ext>
            </a:extLst>
          </p:cNvPr>
          <p:cNvSpPr/>
          <p:nvPr/>
        </p:nvSpPr>
        <p:spPr>
          <a:xfrm>
            <a:off x="199892" y="350161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0C695-3841-0384-BAE2-B091919CBFCE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Situation Analysis: </a:t>
            </a:r>
            <a:r>
              <a:rPr lang="en-US" sz="2800" b="1" dirty="0">
                <a:highlight>
                  <a:srgbClr val="00FFFF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Our Edge</a:t>
            </a:r>
            <a:endParaRPr lang="en-PH" sz="2800" dirty="0">
              <a:highlight>
                <a:srgbClr val="00FFFF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BB4A2-5C37-E166-2809-B4598F45973D}"/>
              </a:ext>
            </a:extLst>
          </p:cNvPr>
          <p:cNvSpPr txBox="1"/>
          <p:nvPr/>
        </p:nvSpPr>
        <p:spPr>
          <a:xfrm>
            <a:off x="3671332" y="973267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Workflow-Specific Ticket Generation: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Immediately categorizes clients (New vs. Renewal) ensuring they are routed to the correct service process.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3C377-AFA2-F7BB-478A-CB470758B057}"/>
              </a:ext>
            </a:extLst>
          </p:cNvPr>
          <p:cNvSpPr txBox="1"/>
          <p:nvPr/>
        </p:nvSpPr>
        <p:spPr>
          <a:xfrm>
            <a:off x="3671332" y="2434935"/>
            <a:ext cx="8257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"Return Tomorrow" &amp; Priority Handling: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 built-in feature specifically designed for the LGU reality. Clients lacking documents can return the next day and be automatically prioritized by staff without creating a new bottleneck.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4824BC-C83B-6FA5-8562-4C99D927BFCC}"/>
              </a:ext>
            </a:extLst>
          </p:cNvPr>
          <p:cNvSpPr txBox="1"/>
          <p:nvPr/>
        </p:nvSpPr>
        <p:spPr>
          <a:xfrm>
            <a:off x="3671332" y="4373927"/>
            <a:ext cx="82575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LAN-Based Reliability: </a:t>
            </a:r>
            <a:r>
              <a:rPr lang="en-US" sz="2400" dirty="0">
                <a:solidFill>
                  <a:srgbClr val="DCEAF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Unlike cloud-based web apps, our system operates entirely on a Local Area Network (LAN). It guarantees 100% uptime even during external internet outages, a critical requirement for continuous LGU operations.</a:t>
            </a:r>
          </a:p>
        </p:txBody>
      </p:sp>
      <p:pic>
        <p:nvPicPr>
          <p:cNvPr id="11" name="Graphic 10" descr="Research with solid fill">
            <a:extLst>
              <a:ext uri="{FF2B5EF4-FFF2-40B4-BE49-F238E27FC236}">
                <a16:creationId xmlns:a16="http://schemas.microsoft.com/office/drawing/2014/main" id="{F8648314-A561-34BB-987D-550B3D4F3A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718" y="754845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85EBF0-EF5F-ABD1-1854-12191F240267}"/>
              </a:ext>
            </a:extLst>
          </p:cNvPr>
          <p:cNvSpPr txBox="1"/>
          <p:nvPr/>
        </p:nvSpPr>
        <p:spPr>
          <a:xfrm>
            <a:off x="3671332" y="4851680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Data-Driven Governance: </a:t>
            </a:r>
            <a:r>
              <a:rPr lang="en-US" sz="2400" dirty="0">
                <a:solidFill>
                  <a:srgbClr val="DCEAF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 doesn't just manage lines; the Statistical Reporting Module translates raw queue data into actionable insights (peak hours, staff performance) for LGU administrators.</a:t>
            </a:r>
          </a:p>
        </p:txBody>
      </p:sp>
      <p:pic>
        <p:nvPicPr>
          <p:cNvPr id="19" name="Graphic 18" descr="Clipboard Checked with solid fill">
            <a:extLst>
              <a:ext uri="{FF2B5EF4-FFF2-40B4-BE49-F238E27FC236}">
                <a16:creationId xmlns:a16="http://schemas.microsoft.com/office/drawing/2014/main" id="{9E20C933-2B10-424A-DDD2-916305DB0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40" y="2434935"/>
            <a:ext cx="914400" cy="914400"/>
          </a:xfrm>
          <a:prstGeom prst="rect">
            <a:avLst/>
          </a:prstGeom>
        </p:spPr>
      </p:pic>
      <p:pic>
        <p:nvPicPr>
          <p:cNvPr id="22" name="Graphic 21" descr="Blueprint with solid fill">
            <a:extLst>
              <a:ext uri="{FF2B5EF4-FFF2-40B4-BE49-F238E27FC236}">
                <a16:creationId xmlns:a16="http://schemas.microsoft.com/office/drawing/2014/main" id="{2E851583-59D1-B466-3405-4A4778010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240" y="3823070"/>
            <a:ext cx="914400" cy="914400"/>
          </a:xfrm>
          <a:prstGeom prst="rect">
            <a:avLst/>
          </a:prstGeom>
        </p:spPr>
      </p:pic>
      <p:pic>
        <p:nvPicPr>
          <p:cNvPr id="25" name="Graphic 24" descr="Tools with solid fill">
            <a:extLst>
              <a:ext uri="{FF2B5EF4-FFF2-40B4-BE49-F238E27FC236}">
                <a16:creationId xmlns:a16="http://schemas.microsoft.com/office/drawing/2014/main" id="{0E459326-2D01-FA2B-D768-52CF15941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507" y="46427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54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C058-0DD8-785A-6180-B2721568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EB297F-6174-3AC6-4F70-67552F07DEA5}"/>
              </a:ext>
            </a:extLst>
          </p:cNvPr>
          <p:cNvCxnSpPr>
            <a:cxnSpLocks/>
          </p:cNvCxnSpPr>
          <p:nvPr/>
        </p:nvCxnSpPr>
        <p:spPr>
          <a:xfrm>
            <a:off x="2153640" y="1065401"/>
            <a:ext cx="11534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E50061B-4075-2D6C-E070-E7BAE71F5B62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CFC29C9-8DAC-75CC-463D-CC796AACBF80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E92EC8B-E3E5-FD24-ECB3-94ABDE8CF4DD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99B4BE-CE50-D820-4538-93B41AB278BA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0DC4C4C-8C0D-5BB4-468B-6BFB6255921F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83A67FCC-ADBD-3797-85E5-D24587FF89A0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213A71-893A-CD28-E44F-73BFC423E7A4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EACCCD-4DFB-0877-AE71-F5E66D7F3C3E}"/>
              </a:ext>
            </a:extLst>
          </p:cNvPr>
          <p:cNvSpPr/>
          <p:nvPr/>
        </p:nvSpPr>
        <p:spPr>
          <a:xfrm>
            <a:off x="199892" y="350161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5B15B-CF9D-9D40-A90B-10223EC9CE3B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Situation Analysis: </a:t>
            </a:r>
            <a:r>
              <a:rPr lang="en-US" sz="2800" b="1" dirty="0">
                <a:highlight>
                  <a:srgbClr val="00FFFF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Our Edge</a:t>
            </a:r>
            <a:endParaRPr lang="en-PH" sz="2800" dirty="0">
              <a:highlight>
                <a:srgbClr val="00FFFF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8259F-B0CD-D3F7-D65C-1E39D7C98797}"/>
              </a:ext>
            </a:extLst>
          </p:cNvPr>
          <p:cNvSpPr txBox="1"/>
          <p:nvPr/>
        </p:nvSpPr>
        <p:spPr>
          <a:xfrm>
            <a:off x="3671332" y="973267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Workflow-Specific Ticket Generation: </a:t>
            </a:r>
            <a:r>
              <a:rPr lang="en-US" sz="2400" dirty="0">
                <a:solidFill>
                  <a:srgbClr val="DCEAF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Immediately categorizes clients (New vs. Renewal) ensuring they are routed to the correct service process.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2E4A8-F6D5-C54B-78F4-B12B4DE65B7F}"/>
              </a:ext>
            </a:extLst>
          </p:cNvPr>
          <p:cNvSpPr txBox="1"/>
          <p:nvPr/>
        </p:nvSpPr>
        <p:spPr>
          <a:xfrm>
            <a:off x="3671332" y="1804179"/>
            <a:ext cx="8257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"Return Tomorrow" &amp; Priority Handling: </a:t>
            </a:r>
            <a:r>
              <a:rPr lang="en-US" sz="2400" dirty="0">
                <a:solidFill>
                  <a:srgbClr val="DCEAF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built-in feature specifically designed for the LGU reality. Clients lacking documents can return the next day and be automatically prioritized by staff without creating a new bottleneck.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791F4-A8AB-776C-E0B0-E87066502B28}"/>
              </a:ext>
            </a:extLst>
          </p:cNvPr>
          <p:cNvSpPr txBox="1"/>
          <p:nvPr/>
        </p:nvSpPr>
        <p:spPr>
          <a:xfrm>
            <a:off x="3671332" y="2274165"/>
            <a:ext cx="82575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LAN-Based Reliability: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Unlike cloud-based web apps, our system operates entirely on a Local Area Network (LAN). It guarantees 100% uptime even during external internet outages, a critical requirement for continuous LGU operations.</a:t>
            </a:r>
          </a:p>
        </p:txBody>
      </p:sp>
      <p:pic>
        <p:nvPicPr>
          <p:cNvPr id="11" name="Graphic 10" descr="Research with solid fill">
            <a:extLst>
              <a:ext uri="{FF2B5EF4-FFF2-40B4-BE49-F238E27FC236}">
                <a16:creationId xmlns:a16="http://schemas.microsoft.com/office/drawing/2014/main" id="{4C4B0B35-1806-8C31-0CF2-5502B9F62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718" y="754845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ECAC1A-0E01-CFE7-9255-0C6D2C6B15A8}"/>
              </a:ext>
            </a:extLst>
          </p:cNvPr>
          <p:cNvSpPr txBox="1"/>
          <p:nvPr/>
        </p:nvSpPr>
        <p:spPr>
          <a:xfrm>
            <a:off x="3671332" y="4574083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Data-Driven Governance: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It doesn't just manage lines; the Statistical Reporting Module translates raw queue data into actionable insights (peak hours, staff performance) for LGU administrators.</a:t>
            </a:r>
          </a:p>
        </p:txBody>
      </p:sp>
      <p:pic>
        <p:nvPicPr>
          <p:cNvPr id="7" name="Graphic 6" descr="Clipboard Checked with solid fill">
            <a:extLst>
              <a:ext uri="{FF2B5EF4-FFF2-40B4-BE49-F238E27FC236}">
                <a16:creationId xmlns:a16="http://schemas.microsoft.com/office/drawing/2014/main" id="{6C7CC3ED-7EAA-AF76-CE17-8A8251D58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40" y="2434935"/>
            <a:ext cx="914400" cy="914400"/>
          </a:xfrm>
          <a:prstGeom prst="rect">
            <a:avLst/>
          </a:prstGeom>
        </p:spPr>
      </p:pic>
      <p:pic>
        <p:nvPicPr>
          <p:cNvPr id="24" name="Graphic 23" descr="Blueprint with solid fill">
            <a:extLst>
              <a:ext uri="{FF2B5EF4-FFF2-40B4-BE49-F238E27FC236}">
                <a16:creationId xmlns:a16="http://schemas.microsoft.com/office/drawing/2014/main" id="{51F0D309-0442-528B-AAE3-005AFF82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240" y="3823070"/>
            <a:ext cx="914400" cy="914400"/>
          </a:xfrm>
          <a:prstGeom prst="rect">
            <a:avLst/>
          </a:prstGeom>
        </p:spPr>
      </p:pic>
      <p:pic>
        <p:nvPicPr>
          <p:cNvPr id="45" name="Graphic 44" descr="Tools with solid fill">
            <a:extLst>
              <a:ext uri="{FF2B5EF4-FFF2-40B4-BE49-F238E27FC236}">
                <a16:creationId xmlns:a16="http://schemas.microsoft.com/office/drawing/2014/main" id="{D27B3A4D-E92E-DCA4-C720-6EC93F2BAD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507" y="46427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3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6D0F-9D9E-2428-B4CF-EB5417E1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727EAC-C368-8B40-EDAF-A208A09CACAA}"/>
              </a:ext>
            </a:extLst>
          </p:cNvPr>
          <p:cNvCxnSpPr>
            <a:cxnSpLocks/>
          </p:cNvCxnSpPr>
          <p:nvPr/>
        </p:nvCxnSpPr>
        <p:spPr>
          <a:xfrm>
            <a:off x="3099435" y="2729617"/>
            <a:ext cx="283845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E10129-6C34-E77F-26D5-1CE57141031F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0BC4D09-0FE1-5889-9D18-AC9744EEF132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FA4042C-A7FC-D473-90C7-405854BA6081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8A178B8-39BC-36E2-7E3B-65071E458184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D8FFCB-86E3-C4D1-47B7-4E096EF3C94A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23556D31-EDA2-B8D0-0749-11C2B40635A9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EAC77D-DB9D-6D91-9F28-1C53F7A3E46E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8D6D7-72E0-0F42-F995-645B0A092DF7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Statement of Objectives</a:t>
            </a:r>
            <a:endParaRPr lang="en-PH" sz="2800" b="1" dirty="0">
              <a:highlight>
                <a:srgbClr val="FFC0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D61A9A-C7EC-E4EF-1CC1-B1317DC088EC}"/>
              </a:ext>
            </a:extLst>
          </p:cNvPr>
          <p:cNvSpPr txBox="1"/>
          <p:nvPr/>
        </p:nvSpPr>
        <p:spPr>
          <a:xfrm>
            <a:off x="3671332" y="973267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General Objective: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To design and implement a Real-Time LAN-Based Queuing Management and Statistical Reporting System specifically adapted for the Rosario BPL-LIEO.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CB9BC-5F95-0F6F-4E79-951D00A4D9F2}"/>
              </a:ext>
            </a:extLst>
          </p:cNvPr>
          <p:cNvSpPr txBox="1"/>
          <p:nvPr/>
        </p:nvSpPr>
        <p:spPr>
          <a:xfrm>
            <a:off x="3671332" y="2507021"/>
            <a:ext cx="8257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Specific Objectives: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To design and develop an automated LAN-based system (Ticket Generator, Staff Dashboard, Public Monitor, Admin Analytics).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To test and improve system performance via alpha and beta testing.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To assess software quality based on ISO/IEC 25010 Standards.</a:t>
            </a:r>
          </a:p>
        </p:txBody>
      </p:sp>
      <p:pic>
        <p:nvPicPr>
          <p:cNvPr id="11" name="Graphic 10" descr="Research with solid fill">
            <a:extLst>
              <a:ext uri="{FF2B5EF4-FFF2-40B4-BE49-F238E27FC236}">
                <a16:creationId xmlns:a16="http://schemas.microsoft.com/office/drawing/2014/main" id="{A93794B3-7BB7-E7E1-A7C9-3B7C15826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507" y="1300897"/>
            <a:ext cx="914400" cy="9144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9A408D8-BED9-31E7-0DBB-97CA7116F39C}"/>
              </a:ext>
            </a:extLst>
          </p:cNvPr>
          <p:cNvSpPr/>
          <p:nvPr/>
        </p:nvSpPr>
        <p:spPr>
          <a:xfrm>
            <a:off x="1204753" y="1891764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2" name="Graphic 21" descr="Clipboard Checked with solid fill">
            <a:extLst>
              <a:ext uri="{FF2B5EF4-FFF2-40B4-BE49-F238E27FC236}">
                <a16:creationId xmlns:a16="http://schemas.microsoft.com/office/drawing/2014/main" id="{59CBACD2-908D-669C-0354-A341865F3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8863" y="2301700"/>
            <a:ext cx="914400" cy="914400"/>
          </a:xfrm>
          <a:prstGeom prst="rect">
            <a:avLst/>
          </a:prstGeom>
        </p:spPr>
      </p:pic>
      <p:pic>
        <p:nvPicPr>
          <p:cNvPr id="50" name="Graphic 49" descr="Blueprint with solid fill">
            <a:extLst>
              <a:ext uri="{FF2B5EF4-FFF2-40B4-BE49-F238E27FC236}">
                <a16:creationId xmlns:a16="http://schemas.microsoft.com/office/drawing/2014/main" id="{1B89F3B9-5C44-E684-74D0-7A2E6EC11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240" y="3823070"/>
            <a:ext cx="914400" cy="914400"/>
          </a:xfrm>
          <a:prstGeom prst="rect">
            <a:avLst/>
          </a:prstGeom>
        </p:spPr>
      </p:pic>
      <p:pic>
        <p:nvPicPr>
          <p:cNvPr id="60" name="Graphic 59" descr="Tools with solid fill">
            <a:extLst>
              <a:ext uri="{FF2B5EF4-FFF2-40B4-BE49-F238E27FC236}">
                <a16:creationId xmlns:a16="http://schemas.microsoft.com/office/drawing/2014/main" id="{E28CF116-8BED-C904-8448-8D50FE617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507" y="46427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18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0E30-12F0-015F-058E-F653BFF1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9AF5ED-6082-082C-5B19-D5D06E15EAC5}"/>
              </a:ext>
            </a:extLst>
          </p:cNvPr>
          <p:cNvCxnSpPr>
            <a:cxnSpLocks/>
          </p:cNvCxnSpPr>
          <p:nvPr/>
        </p:nvCxnSpPr>
        <p:spPr>
          <a:xfrm>
            <a:off x="3188208" y="4438783"/>
            <a:ext cx="195072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1B0DE15-82BC-AEE1-FF36-F415C05A386E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963C06F-08C0-E20F-F63C-A37A89B55B20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EB95E41-94B5-FE6C-BC90-234C41F808D9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E5AEBBA-C99D-3B3C-2116-755236D38085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80232C4-A90A-785A-1A0F-A70308BAE7FE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56C0EDFE-3037-D9CD-D56E-2680ECC8A360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A7442B-97B0-A43D-1DDF-ADB4A2326D9A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C92143-65EA-9687-7C88-F9E72056A073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Research Design</a:t>
            </a:r>
            <a:endParaRPr lang="en-PH" sz="2800" dirty="0">
              <a:highlight>
                <a:srgbClr val="FFC0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C5ADF-E22C-406C-F453-1EB7A17AEF5E}"/>
              </a:ext>
            </a:extLst>
          </p:cNvPr>
          <p:cNvSpPr txBox="1"/>
          <p:nvPr/>
        </p:nvSpPr>
        <p:spPr>
          <a:xfrm>
            <a:off x="3671332" y="973267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Developmental Research: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 Systematically designing, building, and refining the queuing software to directly solve the operational bottlenecks of the BPL-LIEO.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5353A-1CD7-D224-0137-EB0B1204C738}"/>
              </a:ext>
            </a:extLst>
          </p:cNvPr>
          <p:cNvSpPr txBox="1"/>
          <p:nvPr/>
        </p:nvSpPr>
        <p:spPr>
          <a:xfrm>
            <a:off x="3671332" y="2507021"/>
            <a:ext cx="8257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Descriptive Research: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Utilized to objectively evaluate the system's quality and gather quantitative feedback from both staff and citizens compared to their experience with the manual method.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2BD984-B041-7753-8595-B2823762C6A3}"/>
              </a:ext>
            </a:extLst>
          </p:cNvPr>
          <p:cNvSpPr/>
          <p:nvPr/>
        </p:nvSpPr>
        <p:spPr>
          <a:xfrm>
            <a:off x="1283873" y="3499905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7" name="Graphic 16" descr="Clipboard Checked with solid fill">
            <a:extLst>
              <a:ext uri="{FF2B5EF4-FFF2-40B4-BE49-F238E27FC236}">
                <a16:creationId xmlns:a16="http://schemas.microsoft.com/office/drawing/2014/main" id="{E59C8CC1-A35C-28F8-8843-602A1AEF9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9240" y="2124528"/>
            <a:ext cx="914400" cy="914400"/>
          </a:xfrm>
          <a:prstGeom prst="rect">
            <a:avLst/>
          </a:prstGeom>
        </p:spPr>
      </p:pic>
      <p:pic>
        <p:nvPicPr>
          <p:cNvPr id="26" name="Graphic 25" descr="Research with solid fill">
            <a:extLst>
              <a:ext uri="{FF2B5EF4-FFF2-40B4-BE49-F238E27FC236}">
                <a16:creationId xmlns:a16="http://schemas.microsoft.com/office/drawing/2014/main" id="{7D4B35F6-BD45-D2A4-43EF-FA38E7ADE8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507" y="1300897"/>
            <a:ext cx="914400" cy="914400"/>
          </a:xfrm>
          <a:prstGeom prst="rect">
            <a:avLst/>
          </a:prstGeom>
        </p:spPr>
      </p:pic>
      <p:pic>
        <p:nvPicPr>
          <p:cNvPr id="29" name="Graphic 28" descr="Blueprint with solid fill">
            <a:extLst>
              <a:ext uri="{FF2B5EF4-FFF2-40B4-BE49-F238E27FC236}">
                <a16:creationId xmlns:a16="http://schemas.microsoft.com/office/drawing/2014/main" id="{9B2E156F-3E3A-9C8C-7DFE-8CB1D3F04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6663" y="3909841"/>
            <a:ext cx="914400" cy="914400"/>
          </a:xfrm>
          <a:prstGeom prst="rect">
            <a:avLst/>
          </a:prstGeom>
        </p:spPr>
      </p:pic>
      <p:pic>
        <p:nvPicPr>
          <p:cNvPr id="35" name="Graphic 34" descr="Tools with solid fill">
            <a:extLst>
              <a:ext uri="{FF2B5EF4-FFF2-40B4-BE49-F238E27FC236}">
                <a16:creationId xmlns:a16="http://schemas.microsoft.com/office/drawing/2014/main" id="{2E1E7AD4-6DBE-E5F3-BFED-232022D06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507" y="46427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9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03FB-4310-BBD3-7F60-FC7AE386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E0F7BB-EF70-6102-3B42-0667ED5B8ECF}"/>
              </a:ext>
            </a:extLst>
          </p:cNvPr>
          <p:cNvCxnSpPr>
            <a:cxnSpLocks/>
          </p:cNvCxnSpPr>
          <p:nvPr/>
        </p:nvCxnSpPr>
        <p:spPr>
          <a:xfrm>
            <a:off x="2153640" y="5566543"/>
            <a:ext cx="12296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5FC1EC8-CEEF-E778-40B0-4F6EA1BB5491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3830E1-C6CA-07DC-D2E3-848640007A9F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7789FC5-DF53-9FED-3D87-6780B34E5521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405A7D2-62D4-D622-A079-3CDD8381EA47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3E230D-D4AA-9E3A-E055-EAA972EE4934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F63DC02F-569E-78E5-BA6B-D44A7F40C5D1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05826B-F98E-6748-97F5-76F47F9CF5BD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6BDA1-5B70-7A8B-432D-61B2F3CB1CF7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Materials and Procedure: </a:t>
            </a:r>
            <a:r>
              <a:rPr lang="en-US" sz="2800" b="1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Tools &amp; Tech Stack</a:t>
            </a:r>
            <a:endParaRPr lang="en-PH" sz="2800" dirty="0">
              <a:highlight>
                <a:srgbClr val="FFFF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0D293-8425-9D7A-3802-D98190CD9716}"/>
              </a:ext>
            </a:extLst>
          </p:cNvPr>
          <p:cNvSpPr txBox="1"/>
          <p:nvPr/>
        </p:nvSpPr>
        <p:spPr>
          <a:xfrm>
            <a:off x="3671332" y="973267"/>
            <a:ext cx="82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Hardware Environment: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Local Area Network (LAN) setup using standard Laptops, Ticket Printers, and Smart TVs.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B3A179-E830-27AF-88DA-C9F0EFB716E5}"/>
              </a:ext>
            </a:extLst>
          </p:cNvPr>
          <p:cNvSpPr txBox="1"/>
          <p:nvPr/>
        </p:nvSpPr>
        <p:spPr>
          <a:xfrm>
            <a:off x="3671332" y="2173596"/>
            <a:ext cx="8257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>
                <a:latin typeface="Poppins" panose="00000500000000000000" pitchFamily="2" charset="0"/>
                <a:cs typeface="Poppins" panose="00000500000000000000" pitchFamily="2" charset="0"/>
              </a:rPr>
              <a:t>Software Staack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803275" lvl="1" indent="-346075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Frontend: React.js, HTML5, Vanilla CSS</a:t>
            </a:r>
          </a:p>
          <a:p>
            <a:pPr marL="803275" lvl="1" indent="-346075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Backend: Node.js with Express.js</a:t>
            </a:r>
          </a:p>
          <a:p>
            <a:pPr marL="803275" lvl="1" indent="-346075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Database: Prisma ORM with SQLite </a:t>
            </a:r>
          </a:p>
          <a:p>
            <a:pPr marL="803275" lvl="1" indent="-346075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Real-time Communication: Socket.io</a:t>
            </a:r>
          </a:p>
        </p:txBody>
      </p:sp>
      <p:pic>
        <p:nvPicPr>
          <p:cNvPr id="17" name="Graphic 16" descr="Clipboard Checked with solid fill">
            <a:extLst>
              <a:ext uri="{FF2B5EF4-FFF2-40B4-BE49-F238E27FC236}">
                <a16:creationId xmlns:a16="http://schemas.microsoft.com/office/drawing/2014/main" id="{5E0D1FE9-F613-0396-BCE6-06944A7F4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9240" y="2124528"/>
            <a:ext cx="914400" cy="914400"/>
          </a:xfrm>
          <a:prstGeom prst="rect">
            <a:avLst/>
          </a:prstGeom>
        </p:spPr>
      </p:pic>
      <p:pic>
        <p:nvPicPr>
          <p:cNvPr id="26" name="Graphic 25" descr="Research with solid fill">
            <a:extLst>
              <a:ext uri="{FF2B5EF4-FFF2-40B4-BE49-F238E27FC236}">
                <a16:creationId xmlns:a16="http://schemas.microsoft.com/office/drawing/2014/main" id="{A8A8E0D1-A541-3886-9CED-D9C94B3B34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507" y="1300897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42EA19E-B12D-F342-F976-630144D2C653}"/>
              </a:ext>
            </a:extLst>
          </p:cNvPr>
          <p:cNvSpPr/>
          <p:nvPr/>
        </p:nvSpPr>
        <p:spPr>
          <a:xfrm>
            <a:off x="263148" y="4707424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4" name="Graphic 13" descr="Blueprint with solid fill">
            <a:extLst>
              <a:ext uri="{FF2B5EF4-FFF2-40B4-BE49-F238E27FC236}">
                <a16:creationId xmlns:a16="http://schemas.microsoft.com/office/drawing/2014/main" id="{0282659B-5246-D7C3-97F8-502BB29DA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240" y="3476517"/>
            <a:ext cx="914400" cy="914400"/>
          </a:xfrm>
          <a:prstGeom prst="rect">
            <a:avLst/>
          </a:prstGeom>
        </p:spPr>
      </p:pic>
      <p:pic>
        <p:nvPicPr>
          <p:cNvPr id="18" name="Graphic 17" descr="Tools with solid fill">
            <a:extLst>
              <a:ext uri="{FF2B5EF4-FFF2-40B4-BE49-F238E27FC236}">
                <a16:creationId xmlns:a16="http://schemas.microsoft.com/office/drawing/2014/main" id="{3E281D5C-B4F6-CA6D-0BCA-F52D36D3B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85" y="5117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07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CACA-CFC6-6487-520C-CD074BD0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13B506-80C8-CD2E-E56F-C12E9101441B}"/>
              </a:ext>
            </a:extLst>
          </p:cNvPr>
          <p:cNvCxnSpPr>
            <a:cxnSpLocks/>
          </p:cNvCxnSpPr>
          <p:nvPr/>
        </p:nvCxnSpPr>
        <p:spPr>
          <a:xfrm>
            <a:off x="2153640" y="5566543"/>
            <a:ext cx="12296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7A9EE7-F860-9ED6-3262-51C5835D865F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92811A-8F36-29A3-EE9E-BFAA0327E459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BF87F74-D8AE-3176-ECC2-2F5F01F79067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628E4A-7C25-7287-C406-C2786EDF19C8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98B7F5-2818-2172-5596-2D8DFE1707CD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B28E18BD-5EFD-4BE2-37A8-FDBE2000DDCE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671B77-9D30-F794-A2EB-CED77987936D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9F35F-7B67-E8FE-73D9-4EBB0D5F2AAB}"/>
              </a:ext>
            </a:extLst>
          </p:cNvPr>
          <p:cNvSpPr txBox="1"/>
          <p:nvPr/>
        </p:nvSpPr>
        <p:spPr>
          <a:xfrm>
            <a:off x="3706048" y="401555"/>
            <a:ext cx="8485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Materials and Procedure: </a:t>
            </a:r>
            <a:r>
              <a:rPr lang="en-US" sz="2800" b="1" dirty="0">
                <a:highlight>
                  <a:srgbClr val="00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SDLC</a:t>
            </a:r>
          </a:p>
          <a:p>
            <a:endParaRPr lang="en-PH" sz="2800" dirty="0">
              <a:highlight>
                <a:srgbClr val="FFC0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3F491-E8C7-DCE2-0D37-DB524A74908C}"/>
              </a:ext>
            </a:extLst>
          </p:cNvPr>
          <p:cNvSpPr txBox="1"/>
          <p:nvPr/>
        </p:nvSpPr>
        <p:spPr>
          <a:xfrm>
            <a:off x="3671332" y="973267"/>
            <a:ext cx="82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Approach: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Agile Software Development Life Cycle (SDLC).</a:t>
            </a:r>
          </a:p>
        </p:txBody>
      </p:sp>
      <p:pic>
        <p:nvPicPr>
          <p:cNvPr id="17" name="Graphic 16" descr="Clipboard Checked with solid fill">
            <a:extLst>
              <a:ext uri="{FF2B5EF4-FFF2-40B4-BE49-F238E27FC236}">
                <a16:creationId xmlns:a16="http://schemas.microsoft.com/office/drawing/2014/main" id="{247F7FC0-78FB-E5AB-3BB3-2C9BA5661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9240" y="2124528"/>
            <a:ext cx="914400" cy="914400"/>
          </a:xfrm>
          <a:prstGeom prst="rect">
            <a:avLst/>
          </a:prstGeom>
        </p:spPr>
      </p:pic>
      <p:pic>
        <p:nvPicPr>
          <p:cNvPr id="26" name="Graphic 25" descr="Research with solid fill">
            <a:extLst>
              <a:ext uri="{FF2B5EF4-FFF2-40B4-BE49-F238E27FC236}">
                <a16:creationId xmlns:a16="http://schemas.microsoft.com/office/drawing/2014/main" id="{E7588392-D17C-55F4-44EB-7B4F3D0C3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507" y="1300897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CA78F1E-EA4F-D603-D435-D0BF907DE821}"/>
              </a:ext>
            </a:extLst>
          </p:cNvPr>
          <p:cNvSpPr/>
          <p:nvPr/>
        </p:nvSpPr>
        <p:spPr>
          <a:xfrm>
            <a:off x="263148" y="4707424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4" name="Graphic 13" descr="Blueprint with solid fill">
            <a:extLst>
              <a:ext uri="{FF2B5EF4-FFF2-40B4-BE49-F238E27FC236}">
                <a16:creationId xmlns:a16="http://schemas.microsoft.com/office/drawing/2014/main" id="{97CAA152-6547-51DF-78D1-D7549E7B6A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240" y="3476517"/>
            <a:ext cx="914400" cy="914400"/>
          </a:xfrm>
          <a:prstGeom prst="rect">
            <a:avLst/>
          </a:prstGeom>
        </p:spPr>
      </p:pic>
      <p:pic>
        <p:nvPicPr>
          <p:cNvPr id="18" name="Graphic 17" descr="Tools with solid fill">
            <a:extLst>
              <a:ext uri="{FF2B5EF4-FFF2-40B4-BE49-F238E27FC236}">
                <a16:creationId xmlns:a16="http://schemas.microsoft.com/office/drawing/2014/main" id="{3E09D1EB-EB8D-BCCB-575A-F05360506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85" y="5117360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59F729-ADE5-41C7-441A-4AC0D61D584C}"/>
              </a:ext>
            </a:extLst>
          </p:cNvPr>
          <p:cNvSpPr txBox="1"/>
          <p:nvPr/>
        </p:nvSpPr>
        <p:spPr>
          <a:xfrm>
            <a:off x="3671332" y="1804264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Why Agile?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It allows us to build the system incrementally in sprints, ensuring we can easily adapt the software based on direct feedback from BPL-LIEO personnel during development.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8C564-4C6B-1107-7D95-6541CFD1C2FD}"/>
              </a:ext>
            </a:extLst>
          </p:cNvPr>
          <p:cNvSpPr txBox="1"/>
          <p:nvPr/>
        </p:nvSpPr>
        <p:spPr>
          <a:xfrm>
            <a:off x="3671332" y="3373924"/>
            <a:ext cx="82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Phases: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Plan, Design, Develop, Test, Deploy and Review.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3E2F73-2D5A-2EA9-B533-137BC1BB8B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243819" y="3735576"/>
            <a:ext cx="3770791" cy="30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6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40DD-420F-CF67-C096-B0063A85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734543-B055-18BC-C106-640A3BC26CB5}"/>
              </a:ext>
            </a:extLst>
          </p:cNvPr>
          <p:cNvCxnSpPr>
            <a:cxnSpLocks/>
          </p:cNvCxnSpPr>
          <p:nvPr/>
        </p:nvCxnSpPr>
        <p:spPr>
          <a:xfrm>
            <a:off x="2153640" y="5566543"/>
            <a:ext cx="12296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F04D23A-A6E0-956D-B0B1-AA79E4811162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A31CEA-E5DE-F27F-6C0C-9544F2CD6DB4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0A943A-81F2-13DC-5A45-384AFC7E1F81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BA3B068-C212-F95D-6A5C-EE75AC3BC59F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452D769-6A3C-D59F-FE38-5B7562AA16D4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5AC05A82-7DF4-9432-4F81-91BBBCECB92E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72AC41-360D-454F-DF7E-1DD1D2DFD44E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E0F7F-13AE-FD63-56F3-2EF25BF2BD9A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Materials and Procedure: </a:t>
            </a:r>
            <a:r>
              <a:rPr lang="en-US" sz="2800" b="1" dirty="0">
                <a:highlight>
                  <a:srgbClr val="00FFFF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System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50FA3-A546-B9D0-3334-E578FB011C07}"/>
              </a:ext>
            </a:extLst>
          </p:cNvPr>
          <p:cNvSpPr txBox="1"/>
          <p:nvPr/>
        </p:nvSpPr>
        <p:spPr>
          <a:xfrm>
            <a:off x="3671332" y="973267"/>
            <a:ext cx="8257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Visualizing the Solution: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BPMN Diagram: Maps the step-by-step physical and digital interactions from the citizen's arrival to departure.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Entity-Relationship Diagrams (ERD): Ensuring robust transaction data storage.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Data Flow &amp; Use-Case Diagrams: Defining clear roles for Citizens vs. Staff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8E1002-7337-3321-CC10-B39791013F8C}"/>
              </a:ext>
            </a:extLst>
          </p:cNvPr>
          <p:cNvSpPr/>
          <p:nvPr/>
        </p:nvSpPr>
        <p:spPr>
          <a:xfrm>
            <a:off x="263148" y="4707424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8" name="Graphic 17" descr="Tools with solid fill">
            <a:extLst>
              <a:ext uri="{FF2B5EF4-FFF2-40B4-BE49-F238E27FC236}">
                <a16:creationId xmlns:a16="http://schemas.microsoft.com/office/drawing/2014/main" id="{AA5CD2C8-E381-8D58-513E-B2ECEFE22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085" y="5117360"/>
            <a:ext cx="914400" cy="914400"/>
          </a:xfrm>
          <a:prstGeom prst="rect">
            <a:avLst/>
          </a:prstGeom>
        </p:spPr>
      </p:pic>
      <p:pic>
        <p:nvPicPr>
          <p:cNvPr id="25" name="Graphic 24" descr="Clipboard Checked with solid fill">
            <a:extLst>
              <a:ext uri="{FF2B5EF4-FFF2-40B4-BE49-F238E27FC236}">
                <a16:creationId xmlns:a16="http://schemas.microsoft.com/office/drawing/2014/main" id="{ABE7245B-EB3A-D246-CCD0-B762B93BE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40" y="2124528"/>
            <a:ext cx="914400" cy="914400"/>
          </a:xfrm>
          <a:prstGeom prst="rect">
            <a:avLst/>
          </a:prstGeom>
        </p:spPr>
      </p:pic>
      <p:pic>
        <p:nvPicPr>
          <p:cNvPr id="29" name="Graphic 28" descr="Research with solid fill">
            <a:extLst>
              <a:ext uri="{FF2B5EF4-FFF2-40B4-BE49-F238E27FC236}">
                <a16:creationId xmlns:a16="http://schemas.microsoft.com/office/drawing/2014/main" id="{D36BA95B-F8B7-0A98-4989-5134D0D56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507" y="1300897"/>
            <a:ext cx="914400" cy="914400"/>
          </a:xfrm>
          <a:prstGeom prst="rect">
            <a:avLst/>
          </a:prstGeom>
        </p:spPr>
      </p:pic>
      <p:pic>
        <p:nvPicPr>
          <p:cNvPr id="31" name="Graphic 30" descr="Blueprint with solid fill">
            <a:extLst>
              <a:ext uri="{FF2B5EF4-FFF2-40B4-BE49-F238E27FC236}">
                <a16:creationId xmlns:a16="http://schemas.microsoft.com/office/drawing/2014/main" id="{2403B668-9DC0-F569-A2C8-ED871F296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9240" y="34765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40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4397-1861-0F51-1B17-CB5542AC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9E095D7-DD37-AA5F-2A72-0C709070E1C8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6CDF62-5BD8-229F-683D-6FC1C0EC7B92}"/>
              </a:ext>
            </a:extLst>
          </p:cNvPr>
          <p:cNvCxnSpPr>
            <a:cxnSpLocks/>
          </p:cNvCxnSpPr>
          <p:nvPr/>
        </p:nvCxnSpPr>
        <p:spPr>
          <a:xfrm>
            <a:off x="2153640" y="5566543"/>
            <a:ext cx="1229640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D6FCE3C-330B-B109-1B39-EE789AFF100B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E8619E7-BC00-B475-04E5-1AFC4EFE1143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78A330-F22F-1998-AF93-F9AF4ECA0965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D5CEDF5-E538-76F1-3B31-F4D416EE6639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9086D9D-EA09-2146-3349-83857AF68265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4CBF2B2F-2E3B-B1B8-151E-908A73B5032F}"/>
              </a:ext>
            </a:extLst>
          </p:cNvPr>
          <p:cNvSpPr/>
          <p:nvPr/>
        </p:nvSpPr>
        <p:spPr>
          <a:xfrm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0A7EE-FBD9-5765-9860-0ED117462262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Materials and Procedure: </a:t>
            </a:r>
            <a:r>
              <a:rPr lang="en-US" sz="2800" b="1" dirty="0">
                <a:highlight>
                  <a:srgbClr val="FF00FF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Testing Procedures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11396-5524-CE6E-E57D-6349C3D37437}"/>
              </a:ext>
            </a:extLst>
          </p:cNvPr>
          <p:cNvSpPr txBox="1"/>
          <p:nvPr/>
        </p:nvSpPr>
        <p:spPr>
          <a:xfrm>
            <a:off x="3671332" y="973267"/>
            <a:ext cx="82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Continuous Testing: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Ensuring code quality and real-time Socket.io stability.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69F292-8EA4-1F0F-7594-2A00728755ED}"/>
              </a:ext>
            </a:extLst>
          </p:cNvPr>
          <p:cNvSpPr txBox="1"/>
          <p:nvPr/>
        </p:nvSpPr>
        <p:spPr>
          <a:xfrm>
            <a:off x="3671332" y="1852756"/>
            <a:ext cx="825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Alpha Testing: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Conducted in a controlled lab environment by developers to iron out initial logic and UI bugs.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A73C5-0EB2-26E9-980A-1E036D8DF96A}"/>
              </a:ext>
            </a:extLst>
          </p:cNvPr>
          <p:cNvSpPr txBox="1"/>
          <p:nvPr/>
        </p:nvSpPr>
        <p:spPr>
          <a:xfrm>
            <a:off x="3671332" y="3101577"/>
            <a:ext cx="8257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Beta Testing: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The crucial phase, deployed on the actual BPL-LIEO LAN environment and tested by actual personnel to validate network performance and usability under real-world conditions.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E156D9-6BDC-D405-4AD5-2EEB5C39D485}"/>
              </a:ext>
            </a:extLst>
          </p:cNvPr>
          <p:cNvSpPr/>
          <p:nvPr/>
        </p:nvSpPr>
        <p:spPr>
          <a:xfrm>
            <a:off x="263148" y="4707424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8" name="Graphic 17" descr="Tools with solid fill">
            <a:extLst>
              <a:ext uri="{FF2B5EF4-FFF2-40B4-BE49-F238E27FC236}">
                <a16:creationId xmlns:a16="http://schemas.microsoft.com/office/drawing/2014/main" id="{4201A5F9-8F81-225E-92F1-B26D846662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085" y="5117360"/>
            <a:ext cx="914400" cy="914400"/>
          </a:xfrm>
          <a:prstGeom prst="rect">
            <a:avLst/>
          </a:prstGeom>
        </p:spPr>
      </p:pic>
      <p:pic>
        <p:nvPicPr>
          <p:cNvPr id="59" name="Graphic 58" descr="Clipboard Checked with solid fill">
            <a:extLst>
              <a:ext uri="{FF2B5EF4-FFF2-40B4-BE49-F238E27FC236}">
                <a16:creationId xmlns:a16="http://schemas.microsoft.com/office/drawing/2014/main" id="{B4E13ACE-06EA-4138-39D7-ACE0F51D6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240" y="2124528"/>
            <a:ext cx="914400" cy="914400"/>
          </a:xfrm>
          <a:prstGeom prst="rect">
            <a:avLst/>
          </a:prstGeom>
        </p:spPr>
      </p:pic>
      <p:pic>
        <p:nvPicPr>
          <p:cNvPr id="61" name="Graphic 60" descr="Research with solid fill">
            <a:extLst>
              <a:ext uri="{FF2B5EF4-FFF2-40B4-BE49-F238E27FC236}">
                <a16:creationId xmlns:a16="http://schemas.microsoft.com/office/drawing/2014/main" id="{E561C2C7-C785-BA63-89F4-CCA25C42A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507" y="1300897"/>
            <a:ext cx="914400" cy="914400"/>
          </a:xfrm>
          <a:prstGeom prst="rect">
            <a:avLst/>
          </a:prstGeom>
        </p:spPr>
      </p:pic>
      <p:pic>
        <p:nvPicPr>
          <p:cNvPr id="63" name="Graphic 62" descr="Blueprint with solid fill">
            <a:extLst>
              <a:ext uri="{FF2B5EF4-FFF2-40B4-BE49-F238E27FC236}">
                <a16:creationId xmlns:a16="http://schemas.microsoft.com/office/drawing/2014/main" id="{80403BA1-B370-3C79-64E9-A8B83CEEC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9240" y="3476517"/>
            <a:ext cx="914400" cy="914400"/>
          </a:xfrm>
          <a:prstGeom prst="rect">
            <a:avLst/>
          </a:prstGeom>
        </p:spPr>
      </p:pic>
      <p:pic>
        <p:nvPicPr>
          <p:cNvPr id="81" name="Graphic 80" descr="Bar chart with solid fill">
            <a:extLst>
              <a:ext uri="{FF2B5EF4-FFF2-40B4-BE49-F238E27FC236}">
                <a16:creationId xmlns:a16="http://schemas.microsoft.com/office/drawing/2014/main" id="{2496B806-9C1F-4FDD-F6BD-E656D5D028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-2179221" y="3489583"/>
            <a:ext cx="914400" cy="914400"/>
          </a:xfrm>
          <a:prstGeom prst="rect">
            <a:avLst/>
          </a:prstGeom>
        </p:spPr>
      </p:pic>
      <p:pic>
        <p:nvPicPr>
          <p:cNvPr id="83" name="Graphic 82" descr="Statistics with solid fill">
            <a:extLst>
              <a:ext uri="{FF2B5EF4-FFF2-40B4-BE49-F238E27FC236}">
                <a16:creationId xmlns:a16="http://schemas.microsoft.com/office/drawing/2014/main" id="{9EE6DE86-BCE4-9542-A606-1399A45CAB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-2179221" y="20956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12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2356-EDE5-1828-7838-0F870C37D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1FF8A6B-01B7-94A5-8E37-82ABE715B1B6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0B7D1B-285B-CF5A-EACA-C3305D6B7BF3}"/>
              </a:ext>
            </a:extLst>
          </p:cNvPr>
          <p:cNvCxnSpPr>
            <a:cxnSpLocks/>
          </p:cNvCxnSpPr>
          <p:nvPr/>
        </p:nvCxnSpPr>
        <p:spPr>
          <a:xfrm>
            <a:off x="2835797" y="2191267"/>
            <a:ext cx="547483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4ED09AA-483E-85BC-06E7-5BE6D6BC9A38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DA2EBE-878A-B71A-46F4-2A28ACD803B8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 flipV="1"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5EE47AB-6684-AADA-436D-E9BE7B23BC5A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 flipH="1"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5190D2-B5D9-E1E5-D9FB-1F3EA40BDA2C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H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5B77CCA-9F07-EC50-D8AD-04A7129C9006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 flipH="1"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51C638-BDD5-17D0-F5E6-AC9BEAC01D23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Data Gathered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29F57-DCB8-3C2D-17CD-366E32822464}"/>
              </a:ext>
            </a:extLst>
          </p:cNvPr>
          <p:cNvSpPr txBox="1"/>
          <p:nvPr/>
        </p:nvSpPr>
        <p:spPr>
          <a:xfrm>
            <a:off x="3671332" y="973266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Assessment Tool: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 customized survey questionnaire based on the ISO/IEC 25010 Software Quality Model (adapted from Malaya et al., 2022).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7280D-2EB8-5E6B-2E5B-D9BCFBA9563C}"/>
              </a:ext>
            </a:extLst>
          </p:cNvPr>
          <p:cNvSpPr txBox="1"/>
          <p:nvPr/>
        </p:nvSpPr>
        <p:spPr>
          <a:xfrm>
            <a:off x="3671332" y="2480244"/>
            <a:ext cx="8257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Respondents (Total N = 60):</a:t>
            </a:r>
          </a:p>
          <a:p>
            <a:pPr marL="717550" lvl="1" indent="-26035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BPL-LIEO Staff: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 10 respondents (Total Enumeration) - evaluating operational efficiency and staff controls.</a:t>
            </a:r>
          </a:p>
          <a:p>
            <a:pPr marL="717550" lvl="1" indent="-26035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Citizens / Clients: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50 respondents (Convenience Sampling) - evaluating public monitor visibility and process transparency.</a:t>
            </a:r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91DB35CE-A683-4AF9-E19D-474BEFA0663B}"/>
              </a:ext>
            </a:extLst>
          </p:cNvPr>
          <p:cNvSpPr>
            <a:spLocks/>
          </p:cNvSpPr>
          <p:nvPr/>
        </p:nvSpPr>
        <p:spPr>
          <a:xfrm rot="10800000"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17" name="Graphic 16" descr="Clipboard Checked with solid fill">
            <a:extLst>
              <a:ext uri="{FF2B5EF4-FFF2-40B4-BE49-F238E27FC236}">
                <a16:creationId xmlns:a16="http://schemas.microsoft.com/office/drawing/2014/main" id="{CD61938E-F91D-CB69-DA96-96D64C768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2280152" y="3819072"/>
            <a:ext cx="914400" cy="914400"/>
          </a:xfrm>
          <a:prstGeom prst="rect">
            <a:avLst/>
          </a:prstGeom>
        </p:spPr>
      </p:pic>
      <p:pic>
        <p:nvPicPr>
          <p:cNvPr id="26" name="Graphic 25" descr="Research with solid fill">
            <a:extLst>
              <a:ext uri="{FF2B5EF4-FFF2-40B4-BE49-F238E27FC236}">
                <a16:creationId xmlns:a16="http://schemas.microsoft.com/office/drawing/2014/main" id="{739A9CC3-B400-A476-8E85-795ACCE83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280419" y="4642703"/>
            <a:ext cx="914400" cy="914400"/>
          </a:xfrm>
          <a:prstGeom prst="rect">
            <a:avLst/>
          </a:prstGeom>
        </p:spPr>
      </p:pic>
      <p:pic>
        <p:nvPicPr>
          <p:cNvPr id="14" name="Graphic 13" descr="Blueprint with solid fill">
            <a:extLst>
              <a:ext uri="{FF2B5EF4-FFF2-40B4-BE49-F238E27FC236}">
                <a16:creationId xmlns:a16="http://schemas.microsoft.com/office/drawing/2014/main" id="{6902230B-1FA6-6BF7-87B4-A385F3F7F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2280152" y="2467083"/>
            <a:ext cx="914400" cy="914400"/>
          </a:xfrm>
          <a:prstGeom prst="rect">
            <a:avLst/>
          </a:prstGeom>
        </p:spPr>
      </p:pic>
      <p:pic>
        <p:nvPicPr>
          <p:cNvPr id="12" name="Graphic 11" descr="Tools with solid fill">
            <a:extLst>
              <a:ext uri="{FF2B5EF4-FFF2-40B4-BE49-F238E27FC236}">
                <a16:creationId xmlns:a16="http://schemas.microsoft.com/office/drawing/2014/main" id="{B5A6C803-6436-9BD1-FC0C-7D71945AC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-1280419" y="1300896"/>
            <a:ext cx="914400" cy="914400"/>
          </a:xfrm>
          <a:prstGeom prst="rect">
            <a:avLst/>
          </a:prstGeom>
        </p:spPr>
      </p:pic>
      <p:pic>
        <p:nvPicPr>
          <p:cNvPr id="21" name="Graphic 20" descr="Bar chart with solid fill">
            <a:extLst>
              <a:ext uri="{FF2B5EF4-FFF2-40B4-BE49-F238E27FC236}">
                <a16:creationId xmlns:a16="http://schemas.microsoft.com/office/drawing/2014/main" id="{062D8BE4-64E2-1C59-763F-721DE2FF3E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V="1">
            <a:off x="1239239" y="3706895"/>
            <a:ext cx="914400" cy="914400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F47518FB-DB3E-F47C-D947-C0AFBC6BB2BD}"/>
              </a:ext>
            </a:extLst>
          </p:cNvPr>
          <p:cNvSpPr/>
          <p:nvPr/>
        </p:nvSpPr>
        <p:spPr>
          <a:xfrm>
            <a:off x="936477" y="1367305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6" name="Graphic 15" descr="Statistics with solid fill">
            <a:extLst>
              <a:ext uri="{FF2B5EF4-FFF2-40B4-BE49-F238E27FC236}">
                <a16:creationId xmlns:a16="http://schemas.microsoft.com/office/drawing/2014/main" id="{F8691B0C-2146-5555-D4EB-C17E55CA5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 flipH="1" flipV="1">
            <a:off x="1346414" y="17772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1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B7DB-F518-0707-C1EE-9099638A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A5AE78A-B925-9248-AE50-423190F6E7BF}"/>
              </a:ext>
            </a:extLst>
          </p:cNvPr>
          <p:cNvSpPr>
            <a:spLocks/>
          </p:cNvSpPr>
          <p:nvPr/>
        </p:nvSpPr>
        <p:spPr>
          <a:xfrm>
            <a:off x="3486152" y="243068"/>
            <a:ext cx="9419620" cy="6371864"/>
          </a:xfrm>
          <a:prstGeom prst="roundRect">
            <a:avLst>
              <a:gd name="adj" fmla="val 5041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82FFA1-40A3-A83D-D328-CF5E74F92932}"/>
              </a:ext>
            </a:extLst>
          </p:cNvPr>
          <p:cNvCxnSpPr>
            <a:cxnSpLocks/>
          </p:cNvCxnSpPr>
          <p:nvPr/>
        </p:nvCxnSpPr>
        <p:spPr>
          <a:xfrm>
            <a:off x="2963119" y="4297859"/>
            <a:ext cx="420161" cy="0"/>
          </a:xfrm>
          <a:prstGeom prst="line">
            <a:avLst/>
          </a:prstGeom>
          <a:ln w="127000" cap="rnd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8BAC6A8-051C-D6A6-0B47-0AC3036173C2}"/>
              </a:ext>
            </a:extLst>
          </p:cNvPr>
          <p:cNvGrpSpPr/>
          <p:nvPr/>
        </p:nvGrpSpPr>
        <p:grpSpPr>
          <a:xfrm>
            <a:off x="-2820924" y="671332"/>
            <a:ext cx="5515336" cy="5515336"/>
            <a:chOff x="-2757668" y="671332"/>
            <a:chExt cx="5515336" cy="551533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7E419F5-6643-DDB4-A2F5-01AB11EB58D5}"/>
                </a:ext>
              </a:extLst>
            </p:cNvPr>
            <p:cNvCxnSpPr>
              <a:cxnSpLocks/>
              <a:stCxn id="2" idx="0"/>
              <a:endCxn id="2" idx="4"/>
            </p:cNvCxnSpPr>
            <p:nvPr/>
          </p:nvCxnSpPr>
          <p:spPr>
            <a:xfrm flipV="1">
              <a:off x="0" y="671332"/>
              <a:ext cx="0" cy="5515336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C32F365-2438-29AE-7393-CF85135EC2B6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 flipH="1">
              <a:off x="-2757668" y="3429000"/>
              <a:ext cx="5515336" cy="0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BD2F60C-B2B8-C972-D8CB-DAA1A8F7F1C3}"/>
                </a:ext>
              </a:extLst>
            </p:cNvPr>
            <p:cNvCxnSpPr>
              <a:cxnSpLocks/>
              <a:stCxn id="2" idx="3"/>
              <a:endCxn id="2" idx="7"/>
            </p:cNvCxnSpPr>
            <p:nvPr/>
          </p:nvCxnSpPr>
          <p:spPr>
            <a:xfrm flipH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E1E7B6-060E-264C-CB6C-B50F27E182A0}"/>
                </a:ext>
              </a:extLst>
            </p:cNvPr>
            <p:cNvCxnSpPr>
              <a:cxnSpLocks/>
              <a:stCxn id="2" idx="1"/>
              <a:endCxn id="2" idx="5"/>
            </p:cNvCxnSpPr>
            <p:nvPr/>
          </p:nvCxnSpPr>
          <p:spPr>
            <a:xfrm flipH="1" flipV="1">
              <a:off x="-1949966" y="1479034"/>
              <a:ext cx="3899932" cy="3899932"/>
            </a:xfrm>
            <a:prstGeom prst="lin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70021A8-26EB-010A-2846-D7B7974839D5}"/>
              </a:ext>
            </a:extLst>
          </p:cNvPr>
          <p:cNvSpPr txBox="1"/>
          <p:nvPr/>
        </p:nvSpPr>
        <p:spPr>
          <a:xfrm>
            <a:off x="3706048" y="401555"/>
            <a:ext cx="8485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C0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Data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3FF04F-CDED-535C-4509-ABA2771798BF}"/>
              </a:ext>
            </a:extLst>
          </p:cNvPr>
          <p:cNvSpPr txBox="1"/>
          <p:nvPr/>
        </p:nvSpPr>
        <p:spPr>
          <a:xfrm>
            <a:off x="3671332" y="993825"/>
            <a:ext cx="825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Statistical Tool: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Weighted Mean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9A81F-D685-011F-1F4B-E726A65F6F80}"/>
              </a:ext>
            </a:extLst>
          </p:cNvPr>
          <p:cNvSpPr txBox="1"/>
          <p:nvPr/>
        </p:nvSpPr>
        <p:spPr>
          <a:xfrm>
            <a:off x="3671332" y="1455490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Evaluation Scale: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5-point Likert Scale assessing seven ISO/IEC 25010 characteristics (Functionality, Usability, Efficiency, Reliability, Security, Maintainability, Portability).</a:t>
            </a:r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3A64FE0B-C92B-CED3-AE69-849269070874}"/>
              </a:ext>
            </a:extLst>
          </p:cNvPr>
          <p:cNvSpPr>
            <a:spLocks/>
          </p:cNvSpPr>
          <p:nvPr/>
        </p:nvSpPr>
        <p:spPr>
          <a:xfrm rot="10800000">
            <a:off x="-2820924" y="671332"/>
            <a:ext cx="5515336" cy="5515336"/>
          </a:xfrm>
          <a:prstGeom prst="donut">
            <a:avLst>
              <a:gd name="adj" fmla="val 3110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65D4659-CA25-8BDA-19EE-05F7411410D3}"/>
              </a:ext>
            </a:extLst>
          </p:cNvPr>
          <p:cNvSpPr/>
          <p:nvPr/>
        </p:nvSpPr>
        <p:spPr>
          <a:xfrm>
            <a:off x="1063010" y="3429000"/>
            <a:ext cx="1734274" cy="1734272"/>
          </a:xfrm>
          <a:prstGeom prst="ellipse">
            <a:avLst/>
          </a:prstGeom>
          <a:solidFill>
            <a:srgbClr val="FFC000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16" name="Graphic 15" descr="Statistics with solid fill">
            <a:extLst>
              <a:ext uri="{FF2B5EF4-FFF2-40B4-BE49-F238E27FC236}">
                <a16:creationId xmlns:a16="http://schemas.microsoft.com/office/drawing/2014/main" id="{F9405C0C-F1EB-FA7E-DB03-2C23E0FB6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251424" y="2110749"/>
            <a:ext cx="914400" cy="914400"/>
          </a:xfrm>
          <a:prstGeom prst="rect">
            <a:avLst/>
          </a:prstGeom>
        </p:spPr>
      </p:pic>
      <p:pic>
        <p:nvPicPr>
          <p:cNvPr id="21" name="Graphic 20" descr="Bar chart with solid fill">
            <a:extLst>
              <a:ext uri="{FF2B5EF4-FFF2-40B4-BE49-F238E27FC236}">
                <a16:creationId xmlns:a16="http://schemas.microsoft.com/office/drawing/2014/main" id="{8FEA390B-A20F-5EE8-10AF-70A722B9A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V="1">
            <a:off x="1477120" y="383285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780794-E3F5-62BA-C64B-62CB4C53A8A7}"/>
              </a:ext>
            </a:extLst>
          </p:cNvPr>
          <p:cNvSpPr txBox="1"/>
          <p:nvPr/>
        </p:nvSpPr>
        <p:spPr>
          <a:xfrm>
            <a:off x="3671332" y="2963079"/>
            <a:ext cx="825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Goal: 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To determine the descriptive equivalent rating (from Poor to Excellent) and definitively prove the system's acceptability and superiority over the manual method.</a:t>
            </a:r>
          </a:p>
        </p:txBody>
      </p:sp>
    </p:spTree>
    <p:extLst>
      <p:ext uri="{BB962C8B-B14F-4D97-AF65-F5344CB8AC3E}">
        <p14:creationId xmlns:p14="http://schemas.microsoft.com/office/powerpoint/2010/main" val="2700424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2307</TotalTime>
  <Words>2495</Words>
  <Application>Microsoft Office PowerPoint</Application>
  <PresentationFormat>Widescreen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David Garcia</dc:creator>
  <cp:lastModifiedBy>Nate Rocks</cp:lastModifiedBy>
  <cp:revision>2</cp:revision>
  <dcterms:created xsi:type="dcterms:W3CDTF">2025-10-04T01:21:45Z</dcterms:created>
  <dcterms:modified xsi:type="dcterms:W3CDTF">2026-09-04T18:35:26Z</dcterms:modified>
</cp:coreProperties>
</file>