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8" r:id="rId2"/>
    <p:sldId id="259" r:id="rId3"/>
    <p:sldId id="268" r:id="rId4"/>
    <p:sldId id="272" r:id="rId5"/>
    <p:sldId id="283" r:id="rId6"/>
    <p:sldId id="274" r:id="rId7"/>
    <p:sldId id="275" r:id="rId8"/>
    <p:sldId id="276" r:id="rId9"/>
    <p:sldId id="277" r:id="rId10"/>
    <p:sldId id="278" r:id="rId11"/>
    <p:sldId id="279" r:id="rId12"/>
    <p:sldId id="280" r:id="rId13"/>
    <p:sldId id="281" r:id="rId14"/>
    <p:sldId id="28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EAF7"/>
    <a:srgbClr val="F0F8FD"/>
    <a:srgbClr val="00FFFF"/>
    <a:srgbClr val="00FF00"/>
    <a:srgbClr val="C1E5F5"/>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8C7FE9-9C53-4899-8748-15D2B5BBDB27}" v="891" dt="2026-09-07T19:04:22.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54771" autoAdjust="0"/>
  </p:normalViewPr>
  <p:slideViewPr>
    <p:cSldViewPr snapToGrid="0">
      <p:cViewPr>
        <p:scale>
          <a:sx n="25" d="100"/>
          <a:sy n="25" d="100"/>
        </p:scale>
        <p:origin x="2822" y="13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e Rocks" userId="9139e2ceb00f3fb1" providerId="LiveId" clId="{859AD0D1-A73F-49AC-A4EB-511B3A8A25A2}"/>
    <pc:docChg chg="undo redo custSel addSld delSld modSld sldOrd modMainMaster addSection delSection">
      <pc:chgData name="Nate Rocks" userId="9139e2ceb00f3fb1" providerId="LiveId" clId="{859AD0D1-A73F-49AC-A4EB-511B3A8A25A2}" dt="2026-09-07T19:07:04.923" v="2282" actId="478"/>
      <pc:docMkLst>
        <pc:docMk/>
      </pc:docMkLst>
      <pc:sldChg chg="addSp delSp modSp add del mod modTransition setBg delAnim">
        <pc:chgData name="Nate Rocks" userId="9139e2ceb00f3fb1" providerId="LiveId" clId="{859AD0D1-A73F-49AC-A4EB-511B3A8A25A2}" dt="2026-09-07T18:43:58.857" v="2068" actId="1076"/>
        <pc:sldMkLst>
          <pc:docMk/>
          <pc:sldMk cId="1191149446" sldId="258"/>
        </pc:sldMkLst>
        <pc:spChg chg="add mod topLvl">
          <ac:chgData name="Nate Rocks" userId="9139e2ceb00f3fb1" providerId="LiveId" clId="{859AD0D1-A73F-49AC-A4EB-511B3A8A25A2}" dt="2026-09-03T13:48:11.320" v="166" actId="165"/>
          <ac:spMkLst>
            <pc:docMk/>
            <pc:sldMk cId="1191149446" sldId="258"/>
            <ac:spMk id="3" creationId="{FB322802-313E-0814-C6CD-F59B0B05D1F8}"/>
          </ac:spMkLst>
        </pc:spChg>
        <pc:spChg chg="add mod">
          <ac:chgData name="Nate Rocks" userId="9139e2ceb00f3fb1" providerId="LiveId" clId="{859AD0D1-A73F-49AC-A4EB-511B3A8A25A2}" dt="2026-09-07T18:41:15.087" v="2031" actId="1076"/>
          <ac:spMkLst>
            <pc:docMk/>
            <pc:sldMk cId="1191149446" sldId="258"/>
            <ac:spMk id="4" creationId="{D99796E9-7030-5714-AB9C-0B39E6259214}"/>
          </ac:spMkLst>
        </pc:spChg>
        <pc:spChg chg="add mod topLvl">
          <ac:chgData name="Nate Rocks" userId="9139e2ceb00f3fb1" providerId="LiveId" clId="{859AD0D1-A73F-49AC-A4EB-511B3A8A25A2}" dt="2026-09-03T13:48:19.172" v="167" actId="12788"/>
          <ac:spMkLst>
            <pc:docMk/>
            <pc:sldMk cId="1191149446" sldId="258"/>
            <ac:spMk id="5" creationId="{22B38D54-1756-D349-64CF-F193D3C9B19F}"/>
          </ac:spMkLst>
        </pc:spChg>
        <pc:spChg chg="add mod">
          <ac:chgData name="Nate Rocks" userId="9139e2ceb00f3fb1" providerId="LiveId" clId="{859AD0D1-A73F-49AC-A4EB-511B3A8A25A2}" dt="2026-09-07T18:43:47.695" v="2065" actId="1076"/>
          <ac:spMkLst>
            <pc:docMk/>
            <pc:sldMk cId="1191149446" sldId="258"/>
            <ac:spMk id="7" creationId="{AF5AE832-39F1-A757-7366-274E8D80CA0D}"/>
          </ac:spMkLst>
        </pc:spChg>
        <pc:spChg chg="add mod topLvl">
          <ac:chgData name="Nate Rocks" userId="9139e2ceb00f3fb1" providerId="LiveId" clId="{859AD0D1-A73F-49AC-A4EB-511B3A8A25A2}" dt="2026-09-03T13:48:19.172" v="167" actId="12788"/>
          <ac:spMkLst>
            <pc:docMk/>
            <pc:sldMk cId="1191149446" sldId="258"/>
            <ac:spMk id="10" creationId="{CCD9F5B3-998F-9061-7ECF-EBCE5780B43E}"/>
          </ac:spMkLst>
        </pc:spChg>
        <pc:spChg chg="add mod">
          <ac:chgData name="Nate Rocks" userId="9139e2ceb00f3fb1" providerId="LiveId" clId="{859AD0D1-A73F-49AC-A4EB-511B3A8A25A2}" dt="2026-09-07T18:43:51.340" v="2066" actId="1076"/>
          <ac:spMkLst>
            <pc:docMk/>
            <pc:sldMk cId="1191149446" sldId="258"/>
            <ac:spMk id="11" creationId="{4B095B10-9074-6CCA-0A26-E2746194E416}"/>
          </ac:spMkLst>
        </pc:spChg>
        <pc:spChg chg="add mod">
          <ac:chgData name="Nate Rocks" userId="9139e2ceb00f3fb1" providerId="LiveId" clId="{859AD0D1-A73F-49AC-A4EB-511B3A8A25A2}" dt="2026-09-07T18:43:54.174" v="2067" actId="1076"/>
          <ac:spMkLst>
            <pc:docMk/>
            <pc:sldMk cId="1191149446" sldId="258"/>
            <ac:spMk id="13" creationId="{989A6D79-D7FB-8498-B607-3DED42C8B709}"/>
          </ac:spMkLst>
        </pc:spChg>
        <pc:spChg chg="add mod">
          <ac:chgData name="Nate Rocks" userId="9139e2ceb00f3fb1" providerId="LiveId" clId="{859AD0D1-A73F-49AC-A4EB-511B3A8A25A2}" dt="2026-09-07T18:43:58.857" v="2068" actId="1076"/>
          <ac:spMkLst>
            <pc:docMk/>
            <pc:sldMk cId="1191149446" sldId="258"/>
            <ac:spMk id="15" creationId="{E1896C0B-A0B8-2E40-2838-38D4E12945E6}"/>
          </ac:spMkLst>
        </pc:spChg>
        <pc:spChg chg="mod topLvl">
          <ac:chgData name="Nate Rocks" userId="9139e2ceb00f3fb1" providerId="LiveId" clId="{859AD0D1-A73F-49AC-A4EB-511B3A8A25A2}" dt="2026-09-06T05:13:33.132" v="1820" actId="255"/>
          <ac:spMkLst>
            <pc:docMk/>
            <pc:sldMk cId="1191149446" sldId="258"/>
            <ac:spMk id="19" creationId="{147F5C73-6F33-6BDB-8BEC-B9A2DF5154D3}"/>
          </ac:spMkLst>
        </pc:spChg>
        <pc:spChg chg="add mod">
          <ac:chgData name="Nate Rocks" userId="9139e2ceb00f3fb1" providerId="LiveId" clId="{859AD0D1-A73F-49AC-A4EB-511B3A8A25A2}" dt="2026-09-07T18:41:23.812" v="2033" actId="1076"/>
          <ac:spMkLst>
            <pc:docMk/>
            <pc:sldMk cId="1191149446" sldId="258"/>
            <ac:spMk id="23" creationId="{70DC1D2A-16DC-251F-5BF5-D00AA53F221C}"/>
          </ac:spMkLst>
        </pc:spChg>
        <pc:spChg chg="add mod">
          <ac:chgData name="Nate Rocks" userId="9139e2ceb00f3fb1" providerId="LiveId" clId="{859AD0D1-A73F-49AC-A4EB-511B3A8A25A2}" dt="2026-09-07T18:41:23.812" v="2033" actId="1076"/>
          <ac:spMkLst>
            <pc:docMk/>
            <pc:sldMk cId="1191149446" sldId="258"/>
            <ac:spMk id="24" creationId="{134F615A-3F16-8BF2-17EF-AB2FD99C47F1}"/>
          </ac:spMkLst>
        </pc:spChg>
        <pc:grpChg chg="add mod topLvl">
          <ac:chgData name="Nate Rocks" userId="9139e2ceb00f3fb1" providerId="LiveId" clId="{859AD0D1-A73F-49AC-A4EB-511B3A8A25A2}" dt="2026-09-03T13:48:19.172" v="167" actId="12788"/>
          <ac:grpSpMkLst>
            <pc:docMk/>
            <pc:sldMk cId="1191149446" sldId="258"/>
            <ac:grpSpMk id="9" creationId="{90CD90B0-FDCA-EB30-44D0-242C42B69DE0}"/>
          </ac:grpSpMkLst>
        </pc:grpChg>
        <pc:grpChg chg="add mod">
          <ac:chgData name="Nate Rocks" userId="9139e2ceb00f3fb1" providerId="LiveId" clId="{859AD0D1-A73F-49AC-A4EB-511B3A8A25A2}" dt="2026-09-07T18:41:23.812" v="2033" actId="1076"/>
          <ac:grpSpMkLst>
            <pc:docMk/>
            <pc:sldMk cId="1191149446" sldId="258"/>
            <ac:grpSpMk id="17" creationId="{98929D46-499A-7B63-EFB7-8139D05E1822}"/>
          </ac:grpSpMkLst>
        </pc:grpChg>
        <pc:picChg chg="add mod">
          <ac:chgData name="Nate Rocks" userId="9139e2ceb00f3fb1" providerId="LiveId" clId="{859AD0D1-A73F-49AC-A4EB-511B3A8A25A2}" dt="2026-09-07T18:41:23.812" v="2033" actId="1076"/>
          <ac:picMkLst>
            <pc:docMk/>
            <pc:sldMk cId="1191149446" sldId="258"/>
            <ac:picMk id="25" creationId="{28AC3B9C-045F-D732-E2A7-0249023C5906}"/>
          </ac:picMkLst>
        </pc:picChg>
        <pc:picChg chg="add mod">
          <ac:chgData name="Nate Rocks" userId="9139e2ceb00f3fb1" providerId="LiveId" clId="{859AD0D1-A73F-49AC-A4EB-511B3A8A25A2}" dt="2026-09-07T18:41:23.812" v="2033" actId="1076"/>
          <ac:picMkLst>
            <pc:docMk/>
            <pc:sldMk cId="1191149446" sldId="258"/>
            <ac:picMk id="26" creationId="{FFCFC840-770D-BF41-3731-DEDEF4B134AC}"/>
          </ac:picMkLst>
        </pc:picChg>
        <pc:picChg chg="add mod">
          <ac:chgData name="Nate Rocks" userId="9139e2ceb00f3fb1" providerId="LiveId" clId="{859AD0D1-A73F-49AC-A4EB-511B3A8A25A2}" dt="2026-09-07T18:41:23.812" v="2033" actId="1076"/>
          <ac:picMkLst>
            <pc:docMk/>
            <pc:sldMk cId="1191149446" sldId="258"/>
            <ac:picMk id="27" creationId="{0DFC3602-3054-0B64-C751-7FE616857CDF}"/>
          </ac:picMkLst>
        </pc:picChg>
        <pc:picChg chg="add mod">
          <ac:chgData name="Nate Rocks" userId="9139e2ceb00f3fb1" providerId="LiveId" clId="{859AD0D1-A73F-49AC-A4EB-511B3A8A25A2}" dt="2026-09-07T18:41:23.812" v="2033" actId="1076"/>
          <ac:picMkLst>
            <pc:docMk/>
            <pc:sldMk cId="1191149446" sldId="258"/>
            <ac:picMk id="28" creationId="{43B24289-CA77-567C-2F0A-505E3D2D19A6}"/>
          </ac:picMkLst>
        </pc:picChg>
        <pc:cxnChg chg="add mod">
          <ac:chgData name="Nate Rocks" userId="9139e2ceb00f3fb1" providerId="LiveId" clId="{859AD0D1-A73F-49AC-A4EB-511B3A8A25A2}" dt="2026-09-07T18:41:23.812" v="2033" actId="1076"/>
          <ac:cxnSpMkLst>
            <pc:docMk/>
            <pc:sldMk cId="1191149446" sldId="258"/>
            <ac:cxnSpMk id="16" creationId="{9DFE92DA-BE56-260F-2827-C0BB6A30FE56}"/>
          </ac:cxnSpMkLst>
        </pc:cxnChg>
        <pc:cxnChg chg="mod">
          <ac:chgData name="Nate Rocks" userId="9139e2ceb00f3fb1" providerId="LiveId" clId="{859AD0D1-A73F-49AC-A4EB-511B3A8A25A2}" dt="2026-09-07T18:41:23.812" v="2033" actId="1076"/>
          <ac:cxnSpMkLst>
            <pc:docMk/>
            <pc:sldMk cId="1191149446" sldId="258"/>
            <ac:cxnSpMk id="20" creationId="{2D290DBE-841F-D849-A7B7-E5ED6DE2E0EB}"/>
          </ac:cxnSpMkLst>
        </pc:cxnChg>
        <pc:cxnChg chg="mod">
          <ac:chgData name="Nate Rocks" userId="9139e2ceb00f3fb1" providerId="LiveId" clId="{859AD0D1-A73F-49AC-A4EB-511B3A8A25A2}" dt="2026-09-07T18:41:23.812" v="2033" actId="1076"/>
          <ac:cxnSpMkLst>
            <pc:docMk/>
            <pc:sldMk cId="1191149446" sldId="258"/>
            <ac:cxnSpMk id="22" creationId="{23EE093F-8F80-CC2B-7166-D55243D5502F}"/>
          </ac:cxnSpMkLst>
        </pc:cxnChg>
      </pc:sldChg>
      <pc:sldChg chg="addSp delSp modSp mod modTransition delAnim">
        <pc:chgData name="Nate Rocks" userId="9139e2ceb00f3fb1" providerId="LiveId" clId="{859AD0D1-A73F-49AC-A4EB-511B3A8A25A2}" dt="2026-09-07T19:05:51.782" v="2267" actId="1076"/>
        <pc:sldMkLst>
          <pc:docMk/>
          <pc:sldMk cId="1763093390" sldId="259"/>
        </pc:sldMkLst>
        <pc:spChg chg="mod">
          <ac:chgData name="Nate Rocks" userId="9139e2ceb00f3fb1" providerId="LiveId" clId="{859AD0D1-A73F-49AC-A4EB-511B3A8A25A2}" dt="2026-09-03T13:56:51.917" v="788" actId="208"/>
          <ac:spMkLst>
            <pc:docMk/>
            <pc:sldMk cId="1763093390" sldId="259"/>
            <ac:spMk id="2" creationId="{C29A791B-7439-5932-BC15-16CB09AF46A4}"/>
          </ac:spMkLst>
        </pc:spChg>
        <pc:spChg chg="mod">
          <ac:chgData name="Nate Rocks" userId="9139e2ceb00f3fb1" providerId="LiveId" clId="{859AD0D1-A73F-49AC-A4EB-511B3A8A25A2}" dt="2026-09-07T18:40:53.787" v="2028"/>
          <ac:spMkLst>
            <pc:docMk/>
            <pc:sldMk cId="1763093390" sldId="259"/>
            <ac:spMk id="4" creationId="{06010FDC-F0E2-B447-0C81-95CA0B3F1104}"/>
          </ac:spMkLst>
        </pc:spChg>
        <pc:spChg chg="mod">
          <ac:chgData name="Nate Rocks" userId="9139e2ceb00f3fb1" providerId="LiveId" clId="{859AD0D1-A73F-49AC-A4EB-511B3A8A25A2}" dt="2026-09-03T13:56:32.884" v="785" actId="207"/>
          <ac:spMkLst>
            <pc:docMk/>
            <pc:sldMk cId="1763093390" sldId="259"/>
            <ac:spMk id="5" creationId="{FDEA8205-AB25-DDC7-DEA9-AAC12D56519E}"/>
          </ac:spMkLst>
        </pc:spChg>
        <pc:spChg chg="mod">
          <ac:chgData name="Nate Rocks" userId="9139e2ceb00f3fb1" providerId="LiveId" clId="{859AD0D1-A73F-49AC-A4EB-511B3A8A25A2}" dt="2026-09-03T13:56:09.852" v="784" actId="1076"/>
          <ac:spMkLst>
            <pc:docMk/>
            <pc:sldMk cId="1763093390" sldId="259"/>
            <ac:spMk id="6" creationId="{23755EEA-19DD-E9C9-7027-91CC3A0CA3F2}"/>
          </ac:spMkLst>
        </pc:spChg>
        <pc:spChg chg="mod">
          <ac:chgData name="Nate Rocks" userId="9139e2ceb00f3fb1" providerId="LiveId" clId="{859AD0D1-A73F-49AC-A4EB-511B3A8A25A2}" dt="2026-09-07T18:40:53.787" v="2028"/>
          <ac:spMkLst>
            <pc:docMk/>
            <pc:sldMk cId="1763093390" sldId="259"/>
            <ac:spMk id="7" creationId="{B6512486-AA48-A2C5-A242-1D6162E34C20}"/>
          </ac:spMkLst>
        </pc:spChg>
        <pc:spChg chg="mod">
          <ac:chgData name="Nate Rocks" userId="9139e2ceb00f3fb1" providerId="LiveId" clId="{859AD0D1-A73F-49AC-A4EB-511B3A8A25A2}" dt="2026-09-04T18:29:58.730" v="1756" actId="13926"/>
          <ac:spMkLst>
            <pc:docMk/>
            <pc:sldMk cId="1763093390" sldId="259"/>
            <ac:spMk id="8" creationId="{981F11D6-5437-96D4-6ED1-E1E822AEFD6F}"/>
          </ac:spMkLst>
        </pc:spChg>
        <pc:spChg chg="mod">
          <ac:chgData name="Nate Rocks" userId="9139e2ceb00f3fb1" providerId="LiveId" clId="{859AD0D1-A73F-49AC-A4EB-511B3A8A25A2}" dt="2026-09-04T04:34:44.595" v="1340" actId="2711"/>
          <ac:spMkLst>
            <pc:docMk/>
            <pc:sldMk cId="1763093390" sldId="259"/>
            <ac:spMk id="10" creationId="{B80792E0-8E41-9DFF-59A5-2C99061F5F50}"/>
          </ac:spMkLst>
        </pc:spChg>
        <pc:spChg chg="add mod">
          <ac:chgData name="Nate Rocks" userId="9139e2ceb00f3fb1" providerId="LiveId" clId="{859AD0D1-A73F-49AC-A4EB-511B3A8A25A2}" dt="2026-09-07T18:40:56.967" v="2029" actId="1076"/>
          <ac:spMkLst>
            <pc:docMk/>
            <pc:sldMk cId="1763093390" sldId="259"/>
            <ac:spMk id="12" creationId="{40D802D5-D15F-E18B-C14F-C1231E39298D}"/>
          </ac:spMkLst>
        </pc:spChg>
        <pc:spChg chg="mod">
          <ac:chgData name="Nate Rocks" userId="9139e2ceb00f3fb1" providerId="LiveId" clId="{859AD0D1-A73F-49AC-A4EB-511B3A8A25A2}" dt="2026-09-04T04:34:47.707" v="1341" actId="2711"/>
          <ac:spMkLst>
            <pc:docMk/>
            <pc:sldMk cId="1763093390" sldId="259"/>
            <ac:spMk id="13" creationId="{401527E9-98FB-B67D-7CAB-F9F6D02F5AF0}"/>
          </ac:spMkLst>
        </pc:spChg>
        <pc:spChg chg="add mod">
          <ac:chgData name="Nate Rocks" userId="9139e2ceb00f3fb1" providerId="LiveId" clId="{859AD0D1-A73F-49AC-A4EB-511B3A8A25A2}" dt="2026-09-07T18:40:56.967" v="2029" actId="1076"/>
          <ac:spMkLst>
            <pc:docMk/>
            <pc:sldMk cId="1763093390" sldId="259"/>
            <ac:spMk id="14" creationId="{7D93E8F9-40EA-DBFC-4F75-9A9E748FBC22}"/>
          </ac:spMkLst>
        </pc:spChg>
        <pc:spChg chg="mod">
          <ac:chgData name="Nate Rocks" userId="9139e2ceb00f3fb1" providerId="LiveId" clId="{859AD0D1-A73F-49AC-A4EB-511B3A8A25A2}" dt="2026-09-04T04:34:55.251" v="1343" actId="14100"/>
          <ac:spMkLst>
            <pc:docMk/>
            <pc:sldMk cId="1763093390" sldId="259"/>
            <ac:spMk id="15" creationId="{209461DF-6A30-2CC4-2A68-03808D351123}"/>
          </ac:spMkLst>
        </pc:spChg>
        <pc:spChg chg="add del mod">
          <ac:chgData name="Nate Rocks" userId="9139e2ceb00f3fb1" providerId="LiveId" clId="{859AD0D1-A73F-49AC-A4EB-511B3A8A25A2}" dt="2026-09-07T18:42:26.850" v="2049" actId="22"/>
          <ac:spMkLst>
            <pc:docMk/>
            <pc:sldMk cId="1763093390" sldId="259"/>
            <ac:spMk id="17" creationId="{AAFFBC01-2C7F-5A62-7DAF-2C57D83BC0CE}"/>
          </ac:spMkLst>
        </pc:spChg>
        <pc:spChg chg="add del mod">
          <ac:chgData name="Nate Rocks" userId="9139e2ceb00f3fb1" providerId="LiveId" clId="{859AD0D1-A73F-49AC-A4EB-511B3A8A25A2}" dt="2026-09-07T18:42:26.850" v="2049" actId="22"/>
          <ac:spMkLst>
            <pc:docMk/>
            <pc:sldMk cId="1763093390" sldId="259"/>
            <ac:spMk id="19" creationId="{B4E3774E-3BF4-5448-2DDD-A84C9881844A}"/>
          </ac:spMkLst>
        </pc:spChg>
        <pc:spChg chg="add del mod">
          <ac:chgData name="Nate Rocks" userId="9139e2ceb00f3fb1" providerId="LiveId" clId="{859AD0D1-A73F-49AC-A4EB-511B3A8A25A2}" dt="2026-09-07T18:42:26.850" v="2049" actId="22"/>
          <ac:spMkLst>
            <pc:docMk/>
            <pc:sldMk cId="1763093390" sldId="259"/>
            <ac:spMk id="22" creationId="{2F695C30-DCA8-3647-726C-309C26D5684F}"/>
          </ac:spMkLst>
        </pc:spChg>
        <pc:spChg chg="add del mod">
          <ac:chgData name="Nate Rocks" userId="9139e2ceb00f3fb1" providerId="LiveId" clId="{859AD0D1-A73F-49AC-A4EB-511B3A8A25A2}" dt="2026-09-07T18:42:26.850" v="2049" actId="22"/>
          <ac:spMkLst>
            <pc:docMk/>
            <pc:sldMk cId="1763093390" sldId="259"/>
            <ac:spMk id="25" creationId="{5E29EA9C-52A5-1586-FF13-E0418E382722}"/>
          </ac:spMkLst>
        </pc:spChg>
        <pc:spChg chg="add del mod">
          <ac:chgData name="Nate Rocks" userId="9139e2ceb00f3fb1" providerId="LiveId" clId="{859AD0D1-A73F-49AC-A4EB-511B3A8A25A2}" dt="2026-09-07T19:05:37.492" v="2262" actId="478"/>
          <ac:spMkLst>
            <pc:docMk/>
            <pc:sldMk cId="1763093390" sldId="259"/>
            <ac:spMk id="27" creationId="{E5A780D2-10E4-8D61-122D-F721BDC494DB}"/>
          </ac:spMkLst>
        </pc:spChg>
        <pc:spChg chg="add del mod">
          <ac:chgData name="Nate Rocks" userId="9139e2ceb00f3fb1" providerId="LiveId" clId="{859AD0D1-A73F-49AC-A4EB-511B3A8A25A2}" dt="2026-09-07T19:05:37.492" v="2262" actId="478"/>
          <ac:spMkLst>
            <pc:docMk/>
            <pc:sldMk cId="1763093390" sldId="259"/>
            <ac:spMk id="30" creationId="{06519473-CC6F-DA13-60F4-E766E82678E9}"/>
          </ac:spMkLst>
        </pc:spChg>
        <pc:spChg chg="add del mod">
          <ac:chgData name="Nate Rocks" userId="9139e2ceb00f3fb1" providerId="LiveId" clId="{859AD0D1-A73F-49AC-A4EB-511B3A8A25A2}" dt="2026-09-07T19:05:37.492" v="2262" actId="478"/>
          <ac:spMkLst>
            <pc:docMk/>
            <pc:sldMk cId="1763093390" sldId="259"/>
            <ac:spMk id="33" creationId="{F3698A5B-1AB3-1801-EDDF-706DAAF360AC}"/>
          </ac:spMkLst>
        </pc:spChg>
        <pc:spChg chg="add del mod">
          <ac:chgData name="Nate Rocks" userId="9139e2ceb00f3fb1" providerId="LiveId" clId="{859AD0D1-A73F-49AC-A4EB-511B3A8A25A2}" dt="2026-09-07T19:05:37.492" v="2262" actId="478"/>
          <ac:spMkLst>
            <pc:docMk/>
            <pc:sldMk cId="1763093390" sldId="259"/>
            <ac:spMk id="35" creationId="{D8B2D359-76AF-B481-1963-BCEF00E8073D}"/>
          </ac:spMkLst>
        </pc:spChg>
        <pc:spChg chg="add mod">
          <ac:chgData name="Nate Rocks" userId="9139e2ceb00f3fb1" providerId="LiveId" clId="{859AD0D1-A73F-49AC-A4EB-511B3A8A25A2}" dt="2026-09-07T19:05:43.713" v="2264" actId="1076"/>
          <ac:spMkLst>
            <pc:docMk/>
            <pc:sldMk cId="1763093390" sldId="259"/>
            <ac:spMk id="37" creationId="{9AA66635-1648-28E0-6B6C-06DC2BAB9967}"/>
          </ac:spMkLst>
        </pc:spChg>
        <pc:spChg chg="add mod">
          <ac:chgData name="Nate Rocks" userId="9139e2ceb00f3fb1" providerId="LiveId" clId="{859AD0D1-A73F-49AC-A4EB-511B3A8A25A2}" dt="2026-09-07T19:05:46.013" v="2265" actId="1076"/>
          <ac:spMkLst>
            <pc:docMk/>
            <pc:sldMk cId="1763093390" sldId="259"/>
            <ac:spMk id="39" creationId="{0DEC2399-B9F2-70EA-4036-3D2839D7B70D}"/>
          </ac:spMkLst>
        </pc:spChg>
        <pc:spChg chg="add mod">
          <ac:chgData name="Nate Rocks" userId="9139e2ceb00f3fb1" providerId="LiveId" clId="{859AD0D1-A73F-49AC-A4EB-511B3A8A25A2}" dt="2026-09-07T19:05:48.250" v="2266" actId="1076"/>
          <ac:spMkLst>
            <pc:docMk/>
            <pc:sldMk cId="1763093390" sldId="259"/>
            <ac:spMk id="41" creationId="{902D9343-2CE0-59AF-9146-DCDCFF497F19}"/>
          </ac:spMkLst>
        </pc:spChg>
        <pc:spChg chg="add mod">
          <ac:chgData name="Nate Rocks" userId="9139e2ceb00f3fb1" providerId="LiveId" clId="{859AD0D1-A73F-49AC-A4EB-511B3A8A25A2}" dt="2026-09-07T19:05:51.782" v="2267" actId="1076"/>
          <ac:spMkLst>
            <pc:docMk/>
            <pc:sldMk cId="1763093390" sldId="259"/>
            <ac:spMk id="43" creationId="{A36692F7-E8EA-CE58-735B-2ADE59C434ED}"/>
          </ac:spMkLst>
        </pc:spChg>
        <pc:grpChg chg="add mod">
          <ac:chgData name="Nate Rocks" userId="9139e2ceb00f3fb1" providerId="LiveId" clId="{859AD0D1-A73F-49AC-A4EB-511B3A8A25A2}" dt="2026-09-07T18:40:56.967" v="2029" actId="1076"/>
          <ac:grpSpMkLst>
            <pc:docMk/>
            <pc:sldMk cId="1763093390" sldId="259"/>
            <ac:grpSpMk id="3" creationId="{D6153103-6968-E439-235A-3314C5879DF5}"/>
          </ac:grpSpMkLst>
        </pc:grpChg>
        <pc:grpChg chg="add del mod">
          <ac:chgData name="Nate Rocks" userId="9139e2ceb00f3fb1" providerId="LiveId" clId="{859AD0D1-A73F-49AC-A4EB-511B3A8A25A2}" dt="2026-09-03T13:56:09.852" v="784" actId="1076"/>
          <ac:grpSpMkLst>
            <pc:docMk/>
            <pc:sldMk cId="1763093390" sldId="259"/>
            <ac:grpSpMk id="51" creationId="{EB57EEBE-2643-5F3B-075E-F135CF920E78}"/>
          </ac:grpSpMkLst>
        </pc:grpChg>
        <pc:picChg chg="add mod">
          <ac:chgData name="Nate Rocks" userId="9139e2ceb00f3fb1" providerId="LiveId" clId="{859AD0D1-A73F-49AC-A4EB-511B3A8A25A2}" dt="2026-09-03T13:56:09.852" v="784" actId="1076"/>
          <ac:picMkLst>
            <pc:docMk/>
            <pc:sldMk cId="1763093390" sldId="259"/>
            <ac:picMk id="11" creationId="{240D87F0-A936-FFD4-E4C3-669454E2083E}"/>
          </ac:picMkLst>
        </pc:picChg>
        <pc:picChg chg="add">
          <ac:chgData name="Nate Rocks" userId="9139e2ceb00f3fb1" providerId="LiveId" clId="{859AD0D1-A73F-49AC-A4EB-511B3A8A25A2}" dt="2026-09-03T15:11:07.811" v="1235" actId="22"/>
          <ac:picMkLst>
            <pc:docMk/>
            <pc:sldMk cId="1763093390" sldId="259"/>
            <ac:picMk id="57" creationId="{F954F875-7BF6-B00E-DCA6-99CDAD36A700}"/>
          </ac:picMkLst>
        </pc:picChg>
        <pc:picChg chg="add">
          <ac:chgData name="Nate Rocks" userId="9139e2ceb00f3fb1" providerId="LiveId" clId="{859AD0D1-A73F-49AC-A4EB-511B3A8A25A2}" dt="2026-09-04T04:30:41.205" v="1333" actId="22"/>
          <ac:picMkLst>
            <pc:docMk/>
            <pc:sldMk cId="1763093390" sldId="259"/>
            <ac:picMk id="59" creationId="{E474A5B8-F0FD-61DE-651B-113AFFAA5FBF}"/>
          </ac:picMkLst>
        </pc:picChg>
        <pc:picChg chg="add">
          <ac:chgData name="Nate Rocks" userId="9139e2ceb00f3fb1" providerId="LiveId" clId="{859AD0D1-A73F-49AC-A4EB-511B3A8A25A2}" dt="2026-09-04T04:45:07.920" v="1434" actId="22"/>
          <ac:picMkLst>
            <pc:docMk/>
            <pc:sldMk cId="1763093390" sldId="259"/>
            <ac:picMk id="61" creationId="{38D5E76D-2EB0-27F7-93EA-9677F2AF44B7}"/>
          </ac:picMkLst>
        </pc:picChg>
        <pc:cxnChg chg="mod ord">
          <ac:chgData name="Nate Rocks" userId="9139e2ceb00f3fb1" providerId="LiveId" clId="{859AD0D1-A73F-49AC-A4EB-511B3A8A25A2}" dt="2026-09-04T18:32:03.604" v="1773" actId="208"/>
          <ac:cxnSpMkLst>
            <pc:docMk/>
            <pc:sldMk cId="1763093390" sldId="259"/>
            <ac:cxnSpMk id="9" creationId="{334608D7-8E22-3EFC-590E-092B9878C4EA}"/>
          </ac:cxnSpMkLst>
        </pc:cxnChg>
        <pc:cxnChg chg="mod topLvl">
          <ac:chgData name="Nate Rocks" userId="9139e2ceb00f3fb1" providerId="LiveId" clId="{859AD0D1-A73F-49AC-A4EB-511B3A8A25A2}" dt="2026-09-03T13:56:09.852" v="784" actId="1076"/>
          <ac:cxnSpMkLst>
            <pc:docMk/>
            <pc:sldMk cId="1763093390" sldId="259"/>
            <ac:cxnSpMk id="20" creationId="{AD923374-0F9D-861A-2242-00F806CE5607}"/>
          </ac:cxnSpMkLst>
        </pc:cxnChg>
        <pc:cxnChg chg="mod topLvl">
          <ac:chgData name="Nate Rocks" userId="9139e2ceb00f3fb1" providerId="LiveId" clId="{859AD0D1-A73F-49AC-A4EB-511B3A8A25A2}" dt="2026-09-03T13:51:19.888" v="747" actId="2085"/>
          <ac:cxnSpMkLst>
            <pc:docMk/>
            <pc:sldMk cId="1763093390" sldId="259"/>
            <ac:cxnSpMk id="23" creationId="{8D2F7626-FB7D-80E1-CF5C-53B6E5C3187C}"/>
          </ac:cxnSpMkLst>
        </pc:cxnChg>
        <pc:cxnChg chg="mod topLvl">
          <ac:chgData name="Nate Rocks" userId="9139e2ceb00f3fb1" providerId="LiveId" clId="{859AD0D1-A73F-49AC-A4EB-511B3A8A25A2}" dt="2026-09-03T13:56:09.852" v="784" actId="1076"/>
          <ac:cxnSpMkLst>
            <pc:docMk/>
            <pc:sldMk cId="1763093390" sldId="259"/>
            <ac:cxnSpMk id="28" creationId="{66A7E633-C00B-2C0B-D2D3-45FB0D121DF2}"/>
          </ac:cxnSpMkLst>
        </pc:cxnChg>
        <pc:cxnChg chg="mod topLvl">
          <ac:chgData name="Nate Rocks" userId="9139e2ceb00f3fb1" providerId="LiveId" clId="{859AD0D1-A73F-49AC-A4EB-511B3A8A25A2}" dt="2026-09-03T13:56:09.852" v="784" actId="1076"/>
          <ac:cxnSpMkLst>
            <pc:docMk/>
            <pc:sldMk cId="1763093390" sldId="259"/>
            <ac:cxnSpMk id="32" creationId="{68F17D3D-87EC-6BFF-1F58-D20968C50CAA}"/>
          </ac:cxnSpMkLst>
        </pc:cxnChg>
      </pc:sldChg>
      <pc:sldChg chg="addSp delSp modSp add mod modTransition">
        <pc:chgData name="Nate Rocks" userId="9139e2ceb00f3fb1" providerId="LiveId" clId="{859AD0D1-A73F-49AC-A4EB-511B3A8A25A2}" dt="2026-09-07T19:06:53.972" v="2281" actId="1076"/>
        <pc:sldMkLst>
          <pc:docMk/>
          <pc:sldMk cId="259016907" sldId="268"/>
        </pc:sldMkLst>
        <pc:spChg chg="add mod">
          <ac:chgData name="Nate Rocks" userId="9139e2ceb00f3fb1" providerId="LiveId" clId="{859AD0D1-A73F-49AC-A4EB-511B3A8A25A2}" dt="2026-09-07T17:44:00.543" v="1892" actId="113"/>
          <ac:spMkLst>
            <pc:docMk/>
            <pc:sldMk cId="259016907" sldId="268"/>
            <ac:spMk id="3" creationId="{10BC7719-079B-91A7-2377-19133B8E5CB7}"/>
          </ac:spMkLst>
        </pc:spChg>
        <pc:spChg chg="add ord">
          <ac:chgData name="Nate Rocks" userId="9139e2ceb00f3fb1" providerId="LiveId" clId="{859AD0D1-A73F-49AC-A4EB-511B3A8A25A2}" dt="2026-09-03T14:29:32.096" v="1108" actId="167"/>
          <ac:spMkLst>
            <pc:docMk/>
            <pc:sldMk cId="259016907" sldId="268"/>
            <ac:spMk id="4" creationId="{573EB253-A03A-78E6-E957-D76DD1B06FBF}"/>
          </ac:spMkLst>
        </pc:spChg>
        <pc:spChg chg="add del mod">
          <ac:chgData name="Nate Rocks" userId="9139e2ceb00f3fb1" providerId="LiveId" clId="{859AD0D1-A73F-49AC-A4EB-511B3A8A25A2}" dt="2026-09-07T19:06:07.328" v="2269" actId="478"/>
          <ac:spMkLst>
            <pc:docMk/>
            <pc:sldMk cId="259016907" sldId="268"/>
            <ac:spMk id="7" creationId="{FC32E8A2-40CD-7809-FB82-56F90DA8E14D}"/>
          </ac:spMkLst>
        </pc:spChg>
        <pc:spChg chg="mod">
          <ac:chgData name="Nate Rocks" userId="9139e2ceb00f3fb1" providerId="LiveId" clId="{859AD0D1-A73F-49AC-A4EB-511B3A8A25A2}" dt="2026-09-07T17:43:12.850" v="1877"/>
          <ac:spMkLst>
            <pc:docMk/>
            <pc:sldMk cId="259016907" sldId="268"/>
            <ac:spMk id="8" creationId="{EB2547A2-9A5F-0C26-DBF2-3DBBB5467DBD}"/>
          </ac:spMkLst>
        </pc:spChg>
        <pc:spChg chg="mod">
          <ac:chgData name="Nate Rocks" userId="9139e2ceb00f3fb1" providerId="LiveId" clId="{859AD0D1-A73F-49AC-A4EB-511B3A8A25A2}" dt="2026-09-07T17:43:30.371" v="1881" actId="113"/>
          <ac:spMkLst>
            <pc:docMk/>
            <pc:sldMk cId="259016907" sldId="268"/>
            <ac:spMk id="10" creationId="{0D62354C-B39B-2547-A9EC-7BE8D13AA362}"/>
          </ac:spMkLst>
        </pc:spChg>
        <pc:spChg chg="mod">
          <ac:chgData name="Nate Rocks" userId="9139e2ceb00f3fb1" providerId="LiveId" clId="{859AD0D1-A73F-49AC-A4EB-511B3A8A25A2}" dt="2026-09-07T17:43:44.485" v="1887" actId="113"/>
          <ac:spMkLst>
            <pc:docMk/>
            <pc:sldMk cId="259016907" sldId="268"/>
            <ac:spMk id="13" creationId="{D5B6C46F-3861-16E2-E731-6C939A3C5D80}"/>
          </ac:spMkLst>
        </pc:spChg>
        <pc:spChg chg="add del mod">
          <ac:chgData name="Nate Rocks" userId="9139e2ceb00f3fb1" providerId="LiveId" clId="{859AD0D1-A73F-49AC-A4EB-511B3A8A25A2}" dt="2026-09-07T19:06:07.328" v="2269" actId="478"/>
          <ac:spMkLst>
            <pc:docMk/>
            <pc:sldMk cId="259016907" sldId="268"/>
            <ac:spMk id="14" creationId="{02264EB0-049E-785B-98B8-496A6B3176C9}"/>
          </ac:spMkLst>
        </pc:spChg>
        <pc:spChg chg="del mod">
          <ac:chgData name="Nate Rocks" userId="9139e2ceb00f3fb1" providerId="LiveId" clId="{859AD0D1-A73F-49AC-A4EB-511B3A8A25A2}" dt="2026-09-07T17:43:32.875" v="1882" actId="478"/>
          <ac:spMkLst>
            <pc:docMk/>
            <pc:sldMk cId="259016907" sldId="268"/>
            <ac:spMk id="15" creationId="{80625DF2-4788-B150-BB3D-6E9CE87DE6A9}"/>
          </ac:spMkLst>
        </pc:spChg>
        <pc:spChg chg="add del mod">
          <ac:chgData name="Nate Rocks" userId="9139e2ceb00f3fb1" providerId="LiveId" clId="{859AD0D1-A73F-49AC-A4EB-511B3A8A25A2}" dt="2026-09-07T19:06:07.328" v="2269" actId="478"/>
          <ac:spMkLst>
            <pc:docMk/>
            <pc:sldMk cId="259016907" sldId="268"/>
            <ac:spMk id="18" creationId="{F1873965-8B9E-6212-A5DD-CE41DE984E2B}"/>
          </ac:spMkLst>
        </pc:spChg>
        <pc:spChg chg="add del mod">
          <ac:chgData name="Nate Rocks" userId="9139e2ceb00f3fb1" providerId="LiveId" clId="{859AD0D1-A73F-49AC-A4EB-511B3A8A25A2}" dt="2026-09-07T19:06:07.328" v="2269" actId="478"/>
          <ac:spMkLst>
            <pc:docMk/>
            <pc:sldMk cId="259016907" sldId="268"/>
            <ac:spMk id="24" creationId="{161F7E44-7105-3E03-669F-0CF9DC9C8CC2}"/>
          </ac:spMkLst>
        </pc:spChg>
        <pc:spChg chg="add del">
          <ac:chgData name="Nate Rocks" userId="9139e2ceb00f3fb1" providerId="LiveId" clId="{859AD0D1-A73F-49AC-A4EB-511B3A8A25A2}" dt="2026-09-07T18:44:23.950" v="2070" actId="22"/>
          <ac:spMkLst>
            <pc:docMk/>
            <pc:sldMk cId="259016907" sldId="268"/>
            <ac:spMk id="26" creationId="{9E5A0964-D29F-24AB-B4D3-290549386E27}"/>
          </ac:spMkLst>
        </pc:spChg>
        <pc:spChg chg="add del">
          <ac:chgData name="Nate Rocks" userId="9139e2ceb00f3fb1" providerId="LiveId" clId="{859AD0D1-A73F-49AC-A4EB-511B3A8A25A2}" dt="2026-09-07T18:44:23.950" v="2070" actId="22"/>
          <ac:spMkLst>
            <pc:docMk/>
            <pc:sldMk cId="259016907" sldId="268"/>
            <ac:spMk id="29" creationId="{A5539916-7C62-366B-C498-70C6C642A93D}"/>
          </ac:spMkLst>
        </pc:spChg>
        <pc:spChg chg="add del">
          <ac:chgData name="Nate Rocks" userId="9139e2ceb00f3fb1" providerId="LiveId" clId="{859AD0D1-A73F-49AC-A4EB-511B3A8A25A2}" dt="2026-09-07T18:44:23.950" v="2070" actId="22"/>
          <ac:spMkLst>
            <pc:docMk/>
            <pc:sldMk cId="259016907" sldId="268"/>
            <ac:spMk id="31" creationId="{22639A47-8805-4140-BBF5-A92D5C89C3E9}"/>
          </ac:spMkLst>
        </pc:spChg>
        <pc:spChg chg="add del">
          <ac:chgData name="Nate Rocks" userId="9139e2ceb00f3fb1" providerId="LiveId" clId="{859AD0D1-A73F-49AC-A4EB-511B3A8A25A2}" dt="2026-09-07T18:44:23.950" v="2070" actId="22"/>
          <ac:spMkLst>
            <pc:docMk/>
            <pc:sldMk cId="259016907" sldId="268"/>
            <ac:spMk id="34" creationId="{626D9EF9-42C4-10A9-4B6F-FB80E274DCC5}"/>
          </ac:spMkLst>
        </pc:spChg>
        <pc:spChg chg="add del mod">
          <ac:chgData name="Nate Rocks" userId="9139e2ceb00f3fb1" providerId="LiveId" clId="{859AD0D1-A73F-49AC-A4EB-511B3A8A25A2}" dt="2026-09-07T18:44:53.967" v="2081" actId="22"/>
          <ac:spMkLst>
            <pc:docMk/>
            <pc:sldMk cId="259016907" sldId="268"/>
            <ac:spMk id="36" creationId="{700DD667-E917-6C2E-CC5A-89FA1D3E43FC}"/>
          </ac:spMkLst>
        </pc:spChg>
        <pc:spChg chg="add del mod">
          <ac:chgData name="Nate Rocks" userId="9139e2ceb00f3fb1" providerId="LiveId" clId="{859AD0D1-A73F-49AC-A4EB-511B3A8A25A2}" dt="2026-09-07T18:44:53.967" v="2081" actId="22"/>
          <ac:spMkLst>
            <pc:docMk/>
            <pc:sldMk cId="259016907" sldId="268"/>
            <ac:spMk id="38" creationId="{953EFEF4-5A27-8FAD-68C1-D40EE78A6E0C}"/>
          </ac:spMkLst>
        </pc:spChg>
        <pc:spChg chg="add del mod">
          <ac:chgData name="Nate Rocks" userId="9139e2ceb00f3fb1" providerId="LiveId" clId="{859AD0D1-A73F-49AC-A4EB-511B3A8A25A2}" dt="2026-09-07T18:44:53.967" v="2081" actId="22"/>
          <ac:spMkLst>
            <pc:docMk/>
            <pc:sldMk cId="259016907" sldId="268"/>
            <ac:spMk id="40" creationId="{E4C32AFE-C68F-D36C-02F1-03CA575510E5}"/>
          </ac:spMkLst>
        </pc:spChg>
        <pc:spChg chg="add del mod">
          <ac:chgData name="Nate Rocks" userId="9139e2ceb00f3fb1" providerId="LiveId" clId="{859AD0D1-A73F-49AC-A4EB-511B3A8A25A2}" dt="2026-09-07T18:44:53.621" v="2080" actId="22"/>
          <ac:spMkLst>
            <pc:docMk/>
            <pc:sldMk cId="259016907" sldId="268"/>
            <ac:spMk id="42" creationId="{5CF5A344-5A0B-A0DD-582F-1F08D0A08881}"/>
          </ac:spMkLst>
        </pc:spChg>
        <pc:spChg chg="add del mod">
          <ac:chgData name="Nate Rocks" userId="9139e2ceb00f3fb1" providerId="LiveId" clId="{859AD0D1-A73F-49AC-A4EB-511B3A8A25A2}" dt="2026-09-07T18:44:53.621" v="2080" actId="22"/>
          <ac:spMkLst>
            <pc:docMk/>
            <pc:sldMk cId="259016907" sldId="268"/>
            <ac:spMk id="44" creationId="{877102C0-8D47-04A9-B47C-4E26F21CDD17}"/>
          </ac:spMkLst>
        </pc:spChg>
        <pc:spChg chg="add del mod">
          <ac:chgData name="Nate Rocks" userId="9139e2ceb00f3fb1" providerId="LiveId" clId="{859AD0D1-A73F-49AC-A4EB-511B3A8A25A2}" dt="2026-09-07T18:44:53.621" v="2080" actId="22"/>
          <ac:spMkLst>
            <pc:docMk/>
            <pc:sldMk cId="259016907" sldId="268"/>
            <ac:spMk id="46" creationId="{6155F458-A778-FE91-A4CE-5887C978BAE5}"/>
          </ac:spMkLst>
        </pc:spChg>
        <pc:spChg chg="add del mod">
          <ac:chgData name="Nate Rocks" userId="9139e2ceb00f3fb1" providerId="LiveId" clId="{859AD0D1-A73F-49AC-A4EB-511B3A8A25A2}" dt="2026-09-07T18:44:53.621" v="2080" actId="22"/>
          <ac:spMkLst>
            <pc:docMk/>
            <pc:sldMk cId="259016907" sldId="268"/>
            <ac:spMk id="48" creationId="{4DF504E3-25E0-1192-286D-8D34429F8452}"/>
          </ac:spMkLst>
        </pc:spChg>
        <pc:spChg chg="add del mod">
          <ac:chgData name="Nate Rocks" userId="9139e2ceb00f3fb1" providerId="LiveId" clId="{859AD0D1-A73F-49AC-A4EB-511B3A8A25A2}" dt="2026-09-07T18:44:53.621" v="2080" actId="22"/>
          <ac:spMkLst>
            <pc:docMk/>
            <pc:sldMk cId="259016907" sldId="268"/>
            <ac:spMk id="50" creationId="{21AF9081-ADA8-60A3-9B64-522CB90F3746}"/>
          </ac:spMkLst>
        </pc:spChg>
        <pc:spChg chg="add del mod">
          <ac:chgData name="Nate Rocks" userId="9139e2ceb00f3fb1" providerId="LiveId" clId="{859AD0D1-A73F-49AC-A4EB-511B3A8A25A2}" dt="2026-09-07T19:06:30.006" v="2275" actId="478"/>
          <ac:spMkLst>
            <pc:docMk/>
            <pc:sldMk cId="259016907" sldId="268"/>
            <ac:spMk id="53" creationId="{65FCC24B-51E2-C2DB-36F0-21826E27E279}"/>
          </ac:spMkLst>
        </pc:spChg>
        <pc:spChg chg="add del mod">
          <ac:chgData name="Nate Rocks" userId="9139e2ceb00f3fb1" providerId="LiveId" clId="{859AD0D1-A73F-49AC-A4EB-511B3A8A25A2}" dt="2026-09-07T19:06:30.006" v="2275" actId="478"/>
          <ac:spMkLst>
            <pc:docMk/>
            <pc:sldMk cId="259016907" sldId="268"/>
            <ac:spMk id="55" creationId="{7AD2FC7C-5532-11D7-CD17-C3A9AC5FFD44}"/>
          </ac:spMkLst>
        </pc:spChg>
        <pc:spChg chg="add del mod">
          <ac:chgData name="Nate Rocks" userId="9139e2ceb00f3fb1" providerId="LiveId" clId="{859AD0D1-A73F-49AC-A4EB-511B3A8A25A2}" dt="2026-09-07T19:06:30.006" v="2275" actId="478"/>
          <ac:spMkLst>
            <pc:docMk/>
            <pc:sldMk cId="259016907" sldId="268"/>
            <ac:spMk id="57" creationId="{07D54284-47CB-0C9C-A32D-CAADE86E3872}"/>
          </ac:spMkLst>
        </pc:spChg>
        <pc:spChg chg="add del mod">
          <ac:chgData name="Nate Rocks" userId="9139e2ceb00f3fb1" providerId="LiveId" clId="{859AD0D1-A73F-49AC-A4EB-511B3A8A25A2}" dt="2026-09-07T19:06:30.006" v="2275" actId="478"/>
          <ac:spMkLst>
            <pc:docMk/>
            <pc:sldMk cId="259016907" sldId="268"/>
            <ac:spMk id="59" creationId="{53709DCD-4B13-9D65-2E82-1D8AAB3119CB}"/>
          </ac:spMkLst>
        </pc:spChg>
        <pc:spChg chg="add del mod">
          <ac:chgData name="Nate Rocks" userId="9139e2ceb00f3fb1" providerId="LiveId" clId="{859AD0D1-A73F-49AC-A4EB-511B3A8A25A2}" dt="2026-09-07T19:06:30.006" v="2275" actId="478"/>
          <ac:spMkLst>
            <pc:docMk/>
            <pc:sldMk cId="259016907" sldId="268"/>
            <ac:spMk id="61" creationId="{F4C22309-3170-0C6D-DB68-7EEE95EA18E0}"/>
          </ac:spMkLst>
        </pc:spChg>
        <pc:spChg chg="add mod">
          <ac:chgData name="Nate Rocks" userId="9139e2ceb00f3fb1" providerId="LiveId" clId="{859AD0D1-A73F-49AC-A4EB-511B3A8A25A2}" dt="2026-09-07T19:06:15.078" v="2271" actId="1076"/>
          <ac:spMkLst>
            <pc:docMk/>
            <pc:sldMk cId="259016907" sldId="268"/>
            <ac:spMk id="63" creationId="{A65E143C-917E-B474-C004-33CE16355381}"/>
          </ac:spMkLst>
        </pc:spChg>
        <pc:spChg chg="add mod">
          <ac:chgData name="Nate Rocks" userId="9139e2ceb00f3fb1" providerId="LiveId" clId="{859AD0D1-A73F-49AC-A4EB-511B3A8A25A2}" dt="2026-09-07T19:06:17.193" v="2272" actId="1076"/>
          <ac:spMkLst>
            <pc:docMk/>
            <pc:sldMk cId="259016907" sldId="268"/>
            <ac:spMk id="65" creationId="{84FC77E4-CB14-DBDA-9D50-C035CF176F43}"/>
          </ac:spMkLst>
        </pc:spChg>
        <pc:spChg chg="add mod">
          <ac:chgData name="Nate Rocks" userId="9139e2ceb00f3fb1" providerId="LiveId" clId="{859AD0D1-A73F-49AC-A4EB-511B3A8A25A2}" dt="2026-09-07T19:06:20.332" v="2273" actId="1076"/>
          <ac:spMkLst>
            <pc:docMk/>
            <pc:sldMk cId="259016907" sldId="268"/>
            <ac:spMk id="67" creationId="{F9623E03-5AA2-2180-57D7-4A0CBEE9EC63}"/>
          </ac:spMkLst>
        </pc:spChg>
        <pc:spChg chg="add mod">
          <ac:chgData name="Nate Rocks" userId="9139e2ceb00f3fb1" providerId="LiveId" clId="{859AD0D1-A73F-49AC-A4EB-511B3A8A25A2}" dt="2026-09-07T19:06:23.119" v="2274" actId="1076"/>
          <ac:spMkLst>
            <pc:docMk/>
            <pc:sldMk cId="259016907" sldId="268"/>
            <ac:spMk id="69" creationId="{561CD661-4093-C5E0-1107-418E117F1EA4}"/>
          </ac:spMkLst>
        </pc:spChg>
        <pc:spChg chg="add mod">
          <ac:chgData name="Nate Rocks" userId="9139e2ceb00f3fb1" providerId="LiveId" clId="{859AD0D1-A73F-49AC-A4EB-511B3A8A25A2}" dt="2026-09-07T19:06:42.380" v="2277" actId="1076"/>
          <ac:spMkLst>
            <pc:docMk/>
            <pc:sldMk cId="259016907" sldId="268"/>
            <ac:spMk id="71" creationId="{D565D574-B157-3671-DD6F-AFF1F8B825BF}"/>
          </ac:spMkLst>
        </pc:spChg>
        <pc:spChg chg="add mod">
          <ac:chgData name="Nate Rocks" userId="9139e2ceb00f3fb1" providerId="LiveId" clId="{859AD0D1-A73F-49AC-A4EB-511B3A8A25A2}" dt="2026-09-07T19:06:45.677" v="2278" actId="1076"/>
          <ac:spMkLst>
            <pc:docMk/>
            <pc:sldMk cId="259016907" sldId="268"/>
            <ac:spMk id="73" creationId="{196D0EA7-1725-7891-FF4E-5B328E613364}"/>
          </ac:spMkLst>
        </pc:spChg>
        <pc:spChg chg="add mod">
          <ac:chgData name="Nate Rocks" userId="9139e2ceb00f3fb1" providerId="LiveId" clId="{859AD0D1-A73F-49AC-A4EB-511B3A8A25A2}" dt="2026-09-07T19:06:48.092" v="2279" actId="1076"/>
          <ac:spMkLst>
            <pc:docMk/>
            <pc:sldMk cId="259016907" sldId="268"/>
            <ac:spMk id="75" creationId="{9E5472C7-31FD-3017-E9A5-3E54738759E3}"/>
          </ac:spMkLst>
        </pc:spChg>
        <pc:spChg chg="add mod">
          <ac:chgData name="Nate Rocks" userId="9139e2ceb00f3fb1" providerId="LiveId" clId="{859AD0D1-A73F-49AC-A4EB-511B3A8A25A2}" dt="2026-09-07T19:06:51.087" v="2280" actId="1076"/>
          <ac:spMkLst>
            <pc:docMk/>
            <pc:sldMk cId="259016907" sldId="268"/>
            <ac:spMk id="77" creationId="{046B04B5-F7B9-9E66-4E20-E5F593D3FE91}"/>
          </ac:spMkLst>
        </pc:spChg>
        <pc:spChg chg="add mod">
          <ac:chgData name="Nate Rocks" userId="9139e2ceb00f3fb1" providerId="LiveId" clId="{859AD0D1-A73F-49AC-A4EB-511B3A8A25A2}" dt="2026-09-07T19:06:53.972" v="2281" actId="1076"/>
          <ac:spMkLst>
            <pc:docMk/>
            <pc:sldMk cId="259016907" sldId="268"/>
            <ac:spMk id="79" creationId="{A16C1174-CC18-8A17-0F1E-B84BCFF383DE}"/>
          </ac:spMkLst>
        </pc:spChg>
        <pc:picChg chg="add">
          <ac:chgData name="Nate Rocks" userId="9139e2ceb00f3fb1" providerId="LiveId" clId="{859AD0D1-A73F-49AC-A4EB-511B3A8A25A2}" dt="2026-09-03T15:11:03.285" v="1233" actId="22"/>
          <ac:picMkLst>
            <pc:docMk/>
            <pc:sldMk cId="259016907" sldId="268"/>
            <ac:picMk id="17" creationId="{27F7D182-0205-92A9-FB7B-23E9938CAFEB}"/>
          </ac:picMkLst>
        </pc:picChg>
        <pc:picChg chg="add">
          <ac:chgData name="Nate Rocks" userId="9139e2ceb00f3fb1" providerId="LiveId" clId="{859AD0D1-A73F-49AC-A4EB-511B3A8A25A2}" dt="2026-09-04T04:30:36.474" v="1331" actId="22"/>
          <ac:picMkLst>
            <pc:docMk/>
            <pc:sldMk cId="259016907" sldId="268"/>
            <ac:picMk id="19" creationId="{86E02FF0-2A2C-47D0-8C86-50EF4E29DB9D}"/>
          </ac:picMkLst>
        </pc:picChg>
        <pc:picChg chg="add">
          <ac:chgData name="Nate Rocks" userId="9139e2ceb00f3fb1" providerId="LiveId" clId="{859AD0D1-A73F-49AC-A4EB-511B3A8A25A2}" dt="2026-09-04T04:45:04.751" v="1432" actId="22"/>
          <ac:picMkLst>
            <pc:docMk/>
            <pc:sldMk cId="259016907" sldId="268"/>
            <ac:picMk id="22" creationId="{33A3B519-754F-C6F0-752D-582AFBBF4116}"/>
          </ac:picMkLst>
        </pc:picChg>
        <pc:cxnChg chg="mod">
          <ac:chgData name="Nate Rocks" userId="9139e2ceb00f3fb1" providerId="LiveId" clId="{859AD0D1-A73F-49AC-A4EB-511B3A8A25A2}" dt="2026-09-04T18:32:03.204" v="1772" actId="208"/>
          <ac:cxnSpMkLst>
            <pc:docMk/>
            <pc:sldMk cId="259016907" sldId="268"/>
            <ac:cxnSpMk id="9" creationId="{14D74E32-A7F0-D352-3ECF-17A28924E518}"/>
          </ac:cxnSpMkLst>
        </pc:cxnChg>
      </pc:sldChg>
      <pc:sldChg chg="addSp delSp modSp add mod ord modTransition">
        <pc:chgData name="Nate Rocks" userId="9139e2ceb00f3fb1" providerId="LiveId" clId="{859AD0D1-A73F-49AC-A4EB-511B3A8A25A2}" dt="2026-09-07T19:07:04.923" v="2282" actId="478"/>
        <pc:sldMkLst>
          <pc:docMk/>
          <pc:sldMk cId="3681054340" sldId="272"/>
        </pc:sldMkLst>
        <pc:spChg chg="add del mod">
          <ac:chgData name="Nate Rocks" userId="9139e2ceb00f3fb1" providerId="LiveId" clId="{859AD0D1-A73F-49AC-A4EB-511B3A8A25A2}" dt="2026-09-07T18:45:45.387" v="2089" actId="478"/>
          <ac:spMkLst>
            <pc:docMk/>
            <pc:sldMk cId="3681054340" sldId="272"/>
            <ac:spMk id="4" creationId="{8585EBF0-EF5F-ABD1-1854-12191F240267}"/>
          </ac:spMkLst>
        </pc:spChg>
        <pc:spChg chg="add del mod">
          <ac:chgData name="Nate Rocks" userId="9139e2ceb00f3fb1" providerId="LiveId" clId="{859AD0D1-A73F-49AC-A4EB-511B3A8A25A2}" dt="2026-09-07T19:07:04.923" v="2282" actId="478"/>
          <ac:spMkLst>
            <pc:docMk/>
            <pc:sldMk cId="3681054340" sldId="272"/>
            <ac:spMk id="7" creationId="{95FCC200-E00A-62A4-5F10-F5283215F056}"/>
          </ac:spMkLst>
        </pc:spChg>
        <pc:spChg chg="mod">
          <ac:chgData name="Nate Rocks" userId="9139e2ceb00f3fb1" providerId="LiveId" clId="{859AD0D1-A73F-49AC-A4EB-511B3A8A25A2}" dt="2026-09-07T17:46:36.422" v="1897"/>
          <ac:spMkLst>
            <pc:docMk/>
            <pc:sldMk cId="3681054340" sldId="272"/>
            <ac:spMk id="8" creationId="{EBD0C695-3841-0384-BAE2-B091919CBFCE}"/>
          </ac:spMkLst>
        </pc:spChg>
        <pc:spChg chg="mod">
          <ac:chgData name="Nate Rocks" userId="9139e2ceb00f3fb1" providerId="LiveId" clId="{859AD0D1-A73F-49AC-A4EB-511B3A8A25A2}" dt="2026-09-07T18:34:33.517" v="2015" actId="33524"/>
          <ac:spMkLst>
            <pc:docMk/>
            <pc:sldMk cId="3681054340" sldId="272"/>
            <ac:spMk id="10" creationId="{D05BB4A2-5C37-E166-2809-B4598F45973D}"/>
          </ac:spMkLst>
        </pc:spChg>
        <pc:spChg chg="mod">
          <ac:chgData name="Nate Rocks" userId="9139e2ceb00f3fb1" providerId="LiveId" clId="{859AD0D1-A73F-49AC-A4EB-511B3A8A25A2}" dt="2026-09-07T18:35:02.122" v="2023" actId="20577"/>
          <ac:spMkLst>
            <pc:docMk/>
            <pc:sldMk cId="3681054340" sldId="272"/>
            <ac:spMk id="13" creationId="{C593C377-AFA2-F7BB-478A-CB470758B057}"/>
          </ac:spMkLst>
        </pc:spChg>
        <pc:spChg chg="add del mod">
          <ac:chgData name="Nate Rocks" userId="9139e2ceb00f3fb1" providerId="LiveId" clId="{859AD0D1-A73F-49AC-A4EB-511B3A8A25A2}" dt="2026-09-07T19:07:04.923" v="2282" actId="478"/>
          <ac:spMkLst>
            <pc:docMk/>
            <pc:sldMk cId="3681054340" sldId="272"/>
            <ac:spMk id="14" creationId="{67D971EC-ACC8-D2FA-98DA-788BFA55EE05}"/>
          </ac:spMkLst>
        </pc:spChg>
        <pc:spChg chg="mod">
          <ac:chgData name="Nate Rocks" userId="9139e2ceb00f3fb1" providerId="LiveId" clId="{859AD0D1-A73F-49AC-A4EB-511B3A8A25A2}" dt="2026-09-07T17:48:46.472" v="1929" actId="1076"/>
          <ac:spMkLst>
            <pc:docMk/>
            <pc:sldMk cId="3681054340" sldId="272"/>
            <ac:spMk id="15" creationId="{D24824BC-C83B-6FA5-8562-4C99D927BFCC}"/>
          </ac:spMkLst>
        </pc:spChg>
        <pc:spChg chg="add del mod">
          <ac:chgData name="Nate Rocks" userId="9139e2ceb00f3fb1" providerId="LiveId" clId="{859AD0D1-A73F-49AC-A4EB-511B3A8A25A2}" dt="2026-09-07T19:07:04.923" v="2282" actId="478"/>
          <ac:spMkLst>
            <pc:docMk/>
            <pc:sldMk cId="3681054340" sldId="272"/>
            <ac:spMk id="17" creationId="{E2D79A3F-CC47-2B8B-0789-56798EEC4A23}"/>
          </ac:spMkLst>
        </pc:spChg>
        <pc:spChg chg="add del mod">
          <ac:chgData name="Nate Rocks" userId="9139e2ceb00f3fb1" providerId="LiveId" clId="{859AD0D1-A73F-49AC-A4EB-511B3A8A25A2}" dt="2026-09-07T19:07:04.923" v="2282" actId="478"/>
          <ac:spMkLst>
            <pc:docMk/>
            <pc:sldMk cId="3681054340" sldId="272"/>
            <ac:spMk id="21" creationId="{510F5820-DFEE-1B99-096E-8342B04D4EA5}"/>
          </ac:spMkLst>
        </pc:spChg>
        <pc:spChg chg="add mod">
          <ac:chgData name="Nate Rocks" userId="9139e2ceb00f3fb1" providerId="LiveId" clId="{859AD0D1-A73F-49AC-A4EB-511B3A8A25A2}" dt="2026-09-07T18:51:40.524" v="2126" actId="207"/>
          <ac:spMkLst>
            <pc:docMk/>
            <pc:sldMk cId="3681054340" sldId="272"/>
            <ac:spMk id="26" creationId="{3A5E2806-12FC-D50C-E2F5-23A302484345}"/>
          </ac:spMkLst>
        </pc:spChg>
        <pc:spChg chg="add">
          <ac:chgData name="Nate Rocks" userId="9139e2ceb00f3fb1" providerId="LiveId" clId="{859AD0D1-A73F-49AC-A4EB-511B3A8A25A2}" dt="2026-09-07T19:05:56.306" v="2268" actId="22"/>
          <ac:spMkLst>
            <pc:docMk/>
            <pc:sldMk cId="3681054340" sldId="272"/>
            <ac:spMk id="29" creationId="{CE47D173-AF78-7B84-B10C-0EA42489420C}"/>
          </ac:spMkLst>
        </pc:spChg>
        <pc:spChg chg="add">
          <ac:chgData name="Nate Rocks" userId="9139e2ceb00f3fb1" providerId="LiveId" clId="{859AD0D1-A73F-49AC-A4EB-511B3A8A25A2}" dt="2026-09-07T19:05:56.306" v="2268" actId="22"/>
          <ac:spMkLst>
            <pc:docMk/>
            <pc:sldMk cId="3681054340" sldId="272"/>
            <ac:spMk id="31" creationId="{126856AC-EDD2-271D-4E85-01E0634A6114}"/>
          </ac:spMkLst>
        </pc:spChg>
        <pc:spChg chg="add">
          <ac:chgData name="Nate Rocks" userId="9139e2ceb00f3fb1" providerId="LiveId" clId="{859AD0D1-A73F-49AC-A4EB-511B3A8A25A2}" dt="2026-09-07T19:05:56.306" v="2268" actId="22"/>
          <ac:spMkLst>
            <pc:docMk/>
            <pc:sldMk cId="3681054340" sldId="272"/>
            <ac:spMk id="34" creationId="{F9D2942F-60ED-B089-5F5E-5A0EA1344597}"/>
          </ac:spMkLst>
        </pc:spChg>
        <pc:spChg chg="add">
          <ac:chgData name="Nate Rocks" userId="9139e2ceb00f3fb1" providerId="LiveId" clId="{859AD0D1-A73F-49AC-A4EB-511B3A8A25A2}" dt="2026-09-07T19:05:56.306" v="2268" actId="22"/>
          <ac:spMkLst>
            <pc:docMk/>
            <pc:sldMk cId="3681054340" sldId="272"/>
            <ac:spMk id="36" creationId="{CA59050A-B876-1FB3-4FDB-A5CBBD24E62B}"/>
          </ac:spMkLst>
        </pc:spChg>
        <pc:picChg chg="add">
          <ac:chgData name="Nate Rocks" userId="9139e2ceb00f3fb1" providerId="LiveId" clId="{859AD0D1-A73F-49AC-A4EB-511B3A8A25A2}" dt="2026-09-03T15:10:58.151" v="1231" actId="22"/>
          <ac:picMkLst>
            <pc:docMk/>
            <pc:sldMk cId="3681054340" sldId="272"/>
            <ac:picMk id="19" creationId="{9E20C933-2B10-424A-DDD2-916305DB098E}"/>
          </ac:picMkLst>
        </pc:picChg>
        <pc:picChg chg="add">
          <ac:chgData name="Nate Rocks" userId="9139e2ceb00f3fb1" providerId="LiveId" clId="{859AD0D1-A73F-49AC-A4EB-511B3A8A25A2}" dt="2026-09-04T04:30:31.160" v="1329" actId="22"/>
          <ac:picMkLst>
            <pc:docMk/>
            <pc:sldMk cId="3681054340" sldId="272"/>
            <ac:picMk id="22" creationId="{2E851583-59D1-B466-3405-4A4778010336}"/>
          </ac:picMkLst>
        </pc:picChg>
        <pc:picChg chg="add">
          <ac:chgData name="Nate Rocks" userId="9139e2ceb00f3fb1" providerId="LiveId" clId="{859AD0D1-A73F-49AC-A4EB-511B3A8A25A2}" dt="2026-09-04T04:44:58.977" v="1430" actId="22"/>
          <ac:picMkLst>
            <pc:docMk/>
            <pc:sldMk cId="3681054340" sldId="272"/>
            <ac:picMk id="25" creationId="{0E459326-2D01-FA2B-D768-52CF15941985}"/>
          </ac:picMkLst>
        </pc:picChg>
        <pc:cxnChg chg="mod">
          <ac:chgData name="Nate Rocks" userId="9139e2ceb00f3fb1" providerId="LiveId" clId="{859AD0D1-A73F-49AC-A4EB-511B3A8A25A2}" dt="2026-09-04T18:32:02.780" v="1770" actId="208"/>
          <ac:cxnSpMkLst>
            <pc:docMk/>
            <pc:sldMk cId="3681054340" sldId="272"/>
            <ac:cxnSpMk id="9" creationId="{AD4A3972-041B-9AFA-DE18-C99C8DFABE05}"/>
          </ac:cxnSpMkLst>
        </pc:cxnChg>
      </pc:sldChg>
      <pc:sldChg chg="addSp delSp modSp add del mod">
        <pc:chgData name="Nate Rocks" userId="9139e2ceb00f3fb1" providerId="LiveId" clId="{859AD0D1-A73F-49AC-A4EB-511B3A8A25A2}" dt="2026-09-07T17:48:51.620" v="1930" actId="47"/>
        <pc:sldMkLst>
          <pc:docMk/>
          <pc:sldMk cId="241583325" sldId="273"/>
        </pc:sldMkLst>
        <pc:spChg chg="mod">
          <ac:chgData name="Nate Rocks" userId="9139e2ceb00f3fb1" providerId="LiveId" clId="{859AD0D1-A73F-49AC-A4EB-511B3A8A25A2}" dt="2026-09-07T17:46:42.457" v="1900"/>
          <ac:spMkLst>
            <pc:docMk/>
            <pc:sldMk cId="241583325" sldId="273"/>
            <ac:spMk id="8" creationId="{52E5B15B-CF9D-9D40-A90B-10223EC9CE3B}"/>
          </ac:spMkLst>
        </pc:spChg>
      </pc:sldChg>
      <pc:sldChg chg="addSp delSp modSp add mod modTransition">
        <pc:chgData name="Nate Rocks" userId="9139e2ceb00f3fb1" providerId="LiveId" clId="{859AD0D1-A73F-49AC-A4EB-511B3A8A25A2}" dt="2026-09-07T18:54:48.779" v="2153" actId="1076"/>
        <pc:sldMkLst>
          <pc:docMk/>
          <pc:sldMk cId="2391418745" sldId="274"/>
        </pc:sldMkLst>
        <pc:spChg chg="mod">
          <ac:chgData name="Nate Rocks" userId="9139e2ceb00f3fb1" providerId="LiveId" clId="{859AD0D1-A73F-49AC-A4EB-511B3A8A25A2}" dt="2026-09-04T04:29:46.898" v="1313" actId="1076"/>
          <ac:spMkLst>
            <pc:docMk/>
            <pc:sldMk cId="2391418745" sldId="274"/>
            <ac:spMk id="2" creationId="{23556D31-EDA2-B8D0-0749-11C2B40635A9}"/>
          </ac:spMkLst>
        </pc:spChg>
        <pc:spChg chg="add del mod">
          <ac:chgData name="Nate Rocks" userId="9139e2ceb00f3fb1" providerId="LiveId" clId="{859AD0D1-A73F-49AC-A4EB-511B3A8A25A2}" dt="2026-09-04T04:42:53.051" v="1406" actId="1076"/>
          <ac:spMkLst>
            <pc:docMk/>
            <pc:sldMk cId="2391418745" sldId="274"/>
            <ac:spMk id="4" creationId="{D9A408D8-BED9-31E7-0DBB-97CA7116F39C}"/>
          </ac:spMkLst>
        </pc:spChg>
        <pc:spChg chg="add mod">
          <ac:chgData name="Nate Rocks" userId="9139e2ceb00f3fb1" providerId="LiveId" clId="{859AD0D1-A73F-49AC-A4EB-511B3A8A25A2}" dt="2026-09-07T18:54:03.889" v="2143" actId="1076"/>
          <ac:spMkLst>
            <pc:docMk/>
            <pc:sldMk cId="2391418745" sldId="274"/>
            <ac:spMk id="6" creationId="{AFF96EA4-8D5B-BCFC-9320-58C342EFF384}"/>
          </ac:spMkLst>
        </pc:spChg>
        <pc:spChg chg="mod">
          <ac:chgData name="Nate Rocks" userId="9139e2ceb00f3fb1" providerId="LiveId" clId="{859AD0D1-A73F-49AC-A4EB-511B3A8A25A2}" dt="2026-09-04T18:23:09.361" v="1675" actId="20577"/>
          <ac:spMkLst>
            <pc:docMk/>
            <pc:sldMk cId="2391418745" sldId="274"/>
            <ac:spMk id="8" creationId="{9188D6D7-72E0-0F42-F995-645B0A092DF7}"/>
          </ac:spMkLst>
        </pc:spChg>
        <pc:spChg chg="mod">
          <ac:chgData name="Nate Rocks" userId="9139e2ceb00f3fb1" providerId="LiveId" clId="{859AD0D1-A73F-49AC-A4EB-511B3A8A25A2}" dt="2026-09-04T04:37:28.074" v="1363" actId="2711"/>
          <ac:spMkLst>
            <pc:docMk/>
            <pc:sldMk cId="2391418745" sldId="274"/>
            <ac:spMk id="10" creationId="{EED61A9A-C7EC-E4EF-1CC1-B1317DC088EC}"/>
          </ac:spMkLst>
        </pc:spChg>
        <pc:spChg chg="add mod">
          <ac:chgData name="Nate Rocks" userId="9139e2ceb00f3fb1" providerId="LiveId" clId="{859AD0D1-A73F-49AC-A4EB-511B3A8A25A2}" dt="2026-09-07T18:54:03.889" v="2143" actId="1076"/>
          <ac:spMkLst>
            <pc:docMk/>
            <pc:sldMk cId="2391418745" sldId="274"/>
            <ac:spMk id="12" creationId="{E235AE76-3CB5-AB76-C37E-3CF8A70E1AF5}"/>
          </ac:spMkLst>
        </pc:spChg>
        <pc:spChg chg="mod">
          <ac:chgData name="Nate Rocks" userId="9139e2ceb00f3fb1" providerId="LiveId" clId="{859AD0D1-A73F-49AC-A4EB-511B3A8A25A2}" dt="2026-09-07T17:42:33.863" v="1874" actId="255"/>
          <ac:spMkLst>
            <pc:docMk/>
            <pc:sldMk cId="2391418745" sldId="274"/>
            <ac:spMk id="13" creationId="{B64CB9BC-5F95-0F6F-4E79-951D00A4D9F2}"/>
          </ac:spMkLst>
        </pc:spChg>
        <pc:spChg chg="add mod">
          <ac:chgData name="Nate Rocks" userId="9139e2ceb00f3fb1" providerId="LiveId" clId="{859AD0D1-A73F-49AC-A4EB-511B3A8A25A2}" dt="2026-09-07T18:54:03.889" v="2143" actId="1076"/>
          <ac:spMkLst>
            <pc:docMk/>
            <pc:sldMk cId="2391418745" sldId="274"/>
            <ac:spMk id="15" creationId="{FAC9C035-108C-BEB8-8409-0EF373F95405}"/>
          </ac:spMkLst>
        </pc:spChg>
        <pc:spChg chg="add mod">
          <ac:chgData name="Nate Rocks" userId="9139e2ceb00f3fb1" providerId="LiveId" clId="{859AD0D1-A73F-49AC-A4EB-511B3A8A25A2}" dt="2026-09-07T18:54:03.889" v="2143" actId="1076"/>
          <ac:spMkLst>
            <pc:docMk/>
            <pc:sldMk cId="2391418745" sldId="274"/>
            <ac:spMk id="17" creationId="{7116F96B-B3FD-715C-9EFD-790117E1A112}"/>
          </ac:spMkLst>
        </pc:spChg>
        <pc:spChg chg="add mod">
          <ac:chgData name="Nate Rocks" userId="9139e2ceb00f3fb1" providerId="LiveId" clId="{859AD0D1-A73F-49AC-A4EB-511B3A8A25A2}" dt="2026-09-07T18:54:03.889" v="2143" actId="1076"/>
          <ac:spMkLst>
            <pc:docMk/>
            <pc:sldMk cId="2391418745" sldId="274"/>
            <ac:spMk id="19" creationId="{5A8EE6FF-21A7-7FA8-5051-6E5CFF901B19}"/>
          </ac:spMkLst>
        </pc:spChg>
        <pc:spChg chg="add mod">
          <ac:chgData name="Nate Rocks" userId="9139e2ceb00f3fb1" providerId="LiveId" clId="{859AD0D1-A73F-49AC-A4EB-511B3A8A25A2}" dt="2026-09-07T18:54:48.779" v="2153" actId="1076"/>
          <ac:spMkLst>
            <pc:docMk/>
            <pc:sldMk cId="2391418745" sldId="274"/>
            <ac:spMk id="24" creationId="{54001E34-4655-F617-5E5D-590CA95E8046}"/>
          </ac:spMkLst>
        </pc:spChg>
        <pc:spChg chg="add mod">
          <ac:chgData name="Nate Rocks" userId="9139e2ceb00f3fb1" providerId="LiveId" clId="{859AD0D1-A73F-49AC-A4EB-511B3A8A25A2}" dt="2026-09-07T18:54:45.611" v="2152" actId="1076"/>
          <ac:spMkLst>
            <pc:docMk/>
            <pc:sldMk cId="2391418745" sldId="274"/>
            <ac:spMk id="26" creationId="{4FBD7DEC-6495-CF6E-1475-5A29AB8A2924}"/>
          </ac:spMkLst>
        </pc:spChg>
        <pc:spChg chg="add mod">
          <ac:chgData name="Nate Rocks" userId="9139e2ceb00f3fb1" providerId="LiveId" clId="{859AD0D1-A73F-49AC-A4EB-511B3A8A25A2}" dt="2026-09-07T18:54:42.019" v="2151" actId="1076"/>
          <ac:spMkLst>
            <pc:docMk/>
            <pc:sldMk cId="2391418745" sldId="274"/>
            <ac:spMk id="29" creationId="{E05BB210-EBB8-C6EE-DAD0-86A0BE0AD9F1}"/>
          </ac:spMkLst>
        </pc:spChg>
        <pc:picChg chg="mod">
          <ac:chgData name="Nate Rocks" userId="9139e2ceb00f3fb1" providerId="LiveId" clId="{859AD0D1-A73F-49AC-A4EB-511B3A8A25A2}" dt="2026-09-03T15:08:52.691" v="1220" actId="1076"/>
          <ac:picMkLst>
            <pc:docMk/>
            <pc:sldMk cId="2391418745" sldId="274"/>
            <ac:picMk id="11" creationId="{A93794B3-7BB7-E7E1-A7C9-3B7C15826A98}"/>
          </ac:picMkLst>
        </pc:picChg>
        <pc:picChg chg="add del mod">
          <ac:chgData name="Nate Rocks" userId="9139e2ceb00f3fb1" providerId="LiveId" clId="{859AD0D1-A73F-49AC-A4EB-511B3A8A25A2}" dt="2026-09-04T04:43:00.019" v="1407" actId="1076"/>
          <ac:picMkLst>
            <pc:docMk/>
            <pc:sldMk cId="2391418745" sldId="274"/>
            <ac:picMk id="22" creationId="{59CBACD2-908D-669C-0354-A341865F3E2C}"/>
          </ac:picMkLst>
        </pc:picChg>
        <pc:picChg chg="add">
          <ac:chgData name="Nate Rocks" userId="9139e2ceb00f3fb1" providerId="LiveId" clId="{859AD0D1-A73F-49AC-A4EB-511B3A8A25A2}" dt="2026-09-04T04:30:25.198" v="1327" actId="22"/>
          <ac:picMkLst>
            <pc:docMk/>
            <pc:sldMk cId="2391418745" sldId="274"/>
            <ac:picMk id="50" creationId="{1B89F3B9-5C44-E684-74D0-7A2E6EC11C7F}"/>
          </ac:picMkLst>
        </pc:picChg>
        <pc:picChg chg="add">
          <ac:chgData name="Nate Rocks" userId="9139e2ceb00f3fb1" providerId="LiveId" clId="{859AD0D1-A73F-49AC-A4EB-511B3A8A25A2}" dt="2026-09-04T04:44:37.387" v="1426" actId="22"/>
          <ac:picMkLst>
            <pc:docMk/>
            <pc:sldMk cId="2391418745" sldId="274"/>
            <ac:picMk id="60" creationId="{E28CF116-8BED-C904-8448-8D50FE61780B}"/>
          </ac:picMkLst>
        </pc:picChg>
        <pc:cxnChg chg="mod">
          <ac:chgData name="Nate Rocks" userId="9139e2ceb00f3fb1" providerId="LiveId" clId="{859AD0D1-A73F-49AC-A4EB-511B3A8A25A2}" dt="2026-09-04T04:43:10.849" v="1410" actId="1076"/>
          <ac:cxnSpMkLst>
            <pc:docMk/>
            <pc:sldMk cId="2391418745" sldId="274"/>
            <ac:cxnSpMk id="9" creationId="{82727EAC-C368-8B40-EDAF-A208A09CACAA}"/>
          </ac:cxnSpMkLst>
        </pc:cxnChg>
        <pc:cxnChg chg="mod">
          <ac:chgData name="Nate Rocks" userId="9139e2ceb00f3fb1" providerId="LiveId" clId="{859AD0D1-A73F-49AC-A4EB-511B3A8A25A2}" dt="2026-09-04T04:29:46.898" v="1313" actId="1076"/>
          <ac:cxnSpMkLst>
            <pc:docMk/>
            <pc:sldMk cId="2391418745" sldId="274"/>
            <ac:cxnSpMk id="20" creationId="{90BC4D09-0FE1-5889-9D18-AC9744EEF132}"/>
          </ac:cxnSpMkLst>
        </pc:cxnChg>
        <pc:cxnChg chg="mod">
          <ac:chgData name="Nate Rocks" userId="9139e2ceb00f3fb1" providerId="LiveId" clId="{859AD0D1-A73F-49AC-A4EB-511B3A8A25A2}" dt="2026-09-04T04:29:46.898" v="1313" actId="1076"/>
          <ac:cxnSpMkLst>
            <pc:docMk/>
            <pc:sldMk cId="2391418745" sldId="274"/>
            <ac:cxnSpMk id="23" creationId="{0FA4042C-A7FC-D473-90C7-405854BA6081}"/>
          </ac:cxnSpMkLst>
        </pc:cxnChg>
        <pc:cxnChg chg="mod">
          <ac:chgData name="Nate Rocks" userId="9139e2ceb00f3fb1" providerId="LiveId" clId="{859AD0D1-A73F-49AC-A4EB-511B3A8A25A2}" dt="2026-09-04T04:29:46.898" v="1313" actId="1076"/>
          <ac:cxnSpMkLst>
            <pc:docMk/>
            <pc:sldMk cId="2391418745" sldId="274"/>
            <ac:cxnSpMk id="28" creationId="{C8A178B8-39BC-36E2-7E3B-65071E458184}"/>
          </ac:cxnSpMkLst>
        </pc:cxnChg>
        <pc:cxnChg chg="mod">
          <ac:chgData name="Nate Rocks" userId="9139e2ceb00f3fb1" providerId="LiveId" clId="{859AD0D1-A73F-49AC-A4EB-511B3A8A25A2}" dt="2026-09-04T04:29:46.898" v="1313" actId="1076"/>
          <ac:cxnSpMkLst>
            <pc:docMk/>
            <pc:sldMk cId="2391418745" sldId="274"/>
            <ac:cxnSpMk id="32" creationId="{FFD8FFCB-86E3-C4D1-47B7-4E096EF3C94A}"/>
          </ac:cxnSpMkLst>
        </pc:cxnChg>
      </pc:sldChg>
      <pc:sldChg chg="addSp delSp modSp add mod modTransition">
        <pc:chgData name="Nate Rocks" userId="9139e2ceb00f3fb1" providerId="LiveId" clId="{859AD0D1-A73F-49AC-A4EB-511B3A8A25A2}" dt="2026-09-07T18:55:21.197" v="2160" actId="1076"/>
        <pc:sldMkLst>
          <pc:docMk/>
          <pc:sldMk cId="310909622" sldId="275"/>
        </pc:sldMkLst>
        <pc:spChg chg="mod">
          <ac:chgData name="Nate Rocks" userId="9139e2ceb00f3fb1" providerId="LiveId" clId="{859AD0D1-A73F-49AC-A4EB-511B3A8A25A2}" dt="2026-09-04T04:43:52.310" v="1418" actId="1076"/>
          <ac:spMkLst>
            <pc:docMk/>
            <pc:sldMk cId="310909622" sldId="275"/>
            <ac:spMk id="2" creationId="{56C0EDFE-3037-D9CD-D56E-2680ECC8A360}"/>
          </ac:spMkLst>
        </pc:spChg>
        <pc:spChg chg="add mod">
          <ac:chgData name="Nate Rocks" userId="9139e2ceb00f3fb1" providerId="LiveId" clId="{859AD0D1-A73F-49AC-A4EB-511B3A8A25A2}" dt="2026-09-07T18:54:30.508" v="2146" actId="1076"/>
          <ac:spMkLst>
            <pc:docMk/>
            <pc:sldMk cId="310909622" sldId="275"/>
            <ac:spMk id="4" creationId="{F758DEA8-50DC-AA01-D397-C7E12DA143C8}"/>
          </ac:spMkLst>
        </pc:spChg>
        <pc:spChg chg="add mod">
          <ac:chgData name="Nate Rocks" userId="9139e2ceb00f3fb1" providerId="LiveId" clId="{859AD0D1-A73F-49AC-A4EB-511B3A8A25A2}" dt="2026-09-07T18:54:30.508" v="2146" actId="1076"/>
          <ac:spMkLst>
            <pc:docMk/>
            <pc:sldMk cId="310909622" sldId="275"/>
            <ac:spMk id="7" creationId="{9262A0A2-40B4-D39B-0A96-8923969C39AA}"/>
          </ac:spMkLst>
        </pc:spChg>
        <pc:spChg chg="mod">
          <ac:chgData name="Nate Rocks" userId="9139e2ceb00f3fb1" providerId="LiveId" clId="{859AD0D1-A73F-49AC-A4EB-511B3A8A25A2}" dt="2026-09-04T18:23:00.353" v="1673"/>
          <ac:spMkLst>
            <pc:docMk/>
            <pc:sldMk cId="310909622" sldId="275"/>
            <ac:spMk id="8" creationId="{CBC92143-65EA-9687-7C88-F9E72056A073}"/>
          </ac:spMkLst>
        </pc:spChg>
        <pc:spChg chg="mod">
          <ac:chgData name="Nate Rocks" userId="9139e2ceb00f3fb1" providerId="LiveId" clId="{859AD0D1-A73F-49AC-A4EB-511B3A8A25A2}" dt="2026-09-04T04:38:47.349" v="1378" actId="113"/>
          <ac:spMkLst>
            <pc:docMk/>
            <pc:sldMk cId="310909622" sldId="275"/>
            <ac:spMk id="10" creationId="{EF9C5ADF-E22C-406C-F453-1EB7A17AEF5E}"/>
          </ac:spMkLst>
        </pc:spChg>
        <pc:spChg chg="add mod">
          <ac:chgData name="Nate Rocks" userId="9139e2ceb00f3fb1" providerId="LiveId" clId="{859AD0D1-A73F-49AC-A4EB-511B3A8A25A2}" dt="2026-09-07T18:54:30.508" v="2146" actId="1076"/>
          <ac:spMkLst>
            <pc:docMk/>
            <pc:sldMk cId="310909622" sldId="275"/>
            <ac:spMk id="12" creationId="{2C83048E-7D08-6A87-0AD7-644A09C208CB}"/>
          </ac:spMkLst>
        </pc:spChg>
        <pc:spChg chg="mod">
          <ac:chgData name="Nate Rocks" userId="9139e2ceb00f3fb1" providerId="LiveId" clId="{859AD0D1-A73F-49AC-A4EB-511B3A8A25A2}" dt="2026-09-04T04:39:03.657" v="1384" actId="113"/>
          <ac:spMkLst>
            <pc:docMk/>
            <pc:sldMk cId="310909622" sldId="275"/>
            <ac:spMk id="13" creationId="{95B5353A-1CD7-D224-0137-EB0B1204C738}"/>
          </ac:spMkLst>
        </pc:spChg>
        <pc:spChg chg="add mod">
          <ac:chgData name="Nate Rocks" userId="9139e2ceb00f3fb1" providerId="LiveId" clId="{859AD0D1-A73F-49AC-A4EB-511B3A8A25A2}" dt="2026-09-04T02:55:19.589" v="1304" actId="1076"/>
          <ac:spMkLst>
            <pc:docMk/>
            <pc:sldMk cId="310909622" sldId="275"/>
            <ac:spMk id="15" creationId="{3E2BD984-B041-7753-8595-B2823762C6A3}"/>
          </ac:spMkLst>
        </pc:spChg>
        <pc:spChg chg="add mod">
          <ac:chgData name="Nate Rocks" userId="9139e2ceb00f3fb1" providerId="LiveId" clId="{859AD0D1-A73F-49AC-A4EB-511B3A8A25A2}" dt="2026-09-07T18:55:21.197" v="2160" actId="1076"/>
          <ac:spMkLst>
            <pc:docMk/>
            <pc:sldMk cId="310909622" sldId="275"/>
            <ac:spMk id="16" creationId="{9EE6451D-09FE-CC65-A33A-CD61E21E388A}"/>
          </ac:spMkLst>
        </pc:spChg>
        <pc:spChg chg="add mod">
          <ac:chgData name="Nate Rocks" userId="9139e2ceb00f3fb1" providerId="LiveId" clId="{859AD0D1-A73F-49AC-A4EB-511B3A8A25A2}" dt="2026-09-07T18:55:12.349" v="2158" actId="1076"/>
          <ac:spMkLst>
            <pc:docMk/>
            <pc:sldMk cId="310909622" sldId="275"/>
            <ac:spMk id="19" creationId="{D117C90F-83C5-C2AF-2DFB-D430950C411B}"/>
          </ac:spMkLst>
        </pc:spChg>
        <pc:spChg chg="add mod">
          <ac:chgData name="Nate Rocks" userId="9139e2ceb00f3fb1" providerId="LiveId" clId="{859AD0D1-A73F-49AC-A4EB-511B3A8A25A2}" dt="2026-09-07T18:55:16.143" v="2159" actId="1076"/>
          <ac:spMkLst>
            <pc:docMk/>
            <pc:sldMk cId="310909622" sldId="275"/>
            <ac:spMk id="22" creationId="{B28B0E4C-709F-D023-8E17-3920A093507B}"/>
          </ac:spMkLst>
        </pc:spChg>
        <pc:spChg chg="add mod">
          <ac:chgData name="Nate Rocks" userId="9139e2ceb00f3fb1" providerId="LiveId" clId="{859AD0D1-A73F-49AC-A4EB-511B3A8A25A2}" dt="2026-09-07T18:55:07.835" v="2157" actId="1076"/>
          <ac:spMkLst>
            <pc:docMk/>
            <pc:sldMk cId="310909622" sldId="275"/>
            <ac:spMk id="25" creationId="{F28943AF-2E0D-520A-132E-FF4D8C8FC4E9}"/>
          </ac:spMkLst>
        </pc:spChg>
        <pc:picChg chg="add mod">
          <ac:chgData name="Nate Rocks" userId="9139e2ceb00f3fb1" providerId="LiveId" clId="{859AD0D1-A73F-49AC-A4EB-511B3A8A25A2}" dt="2026-09-03T15:15:43.350" v="1288" actId="1076"/>
          <ac:picMkLst>
            <pc:docMk/>
            <pc:sldMk cId="310909622" sldId="275"/>
            <ac:picMk id="17" creationId="{E59C8CC1-A35C-28F8-8843-602A1AEF9C88}"/>
          </ac:picMkLst>
        </pc:picChg>
        <pc:picChg chg="add">
          <ac:chgData name="Nate Rocks" userId="9139e2ceb00f3fb1" providerId="LiveId" clId="{859AD0D1-A73F-49AC-A4EB-511B3A8A25A2}" dt="2026-09-03T15:16:20.030" v="1293" actId="22"/>
          <ac:picMkLst>
            <pc:docMk/>
            <pc:sldMk cId="310909622" sldId="275"/>
            <ac:picMk id="26" creationId="{7D4B35F6-BD45-D2A4-43EF-FA38E7ADE8AC}"/>
          </ac:picMkLst>
        </pc:picChg>
        <pc:picChg chg="add mod">
          <ac:chgData name="Nate Rocks" userId="9139e2ceb00f3fb1" providerId="LiveId" clId="{859AD0D1-A73F-49AC-A4EB-511B3A8A25A2}" dt="2026-09-04T02:55:26.883" v="1305" actId="1076"/>
          <ac:picMkLst>
            <pc:docMk/>
            <pc:sldMk cId="310909622" sldId="275"/>
            <ac:picMk id="29" creationId="{9B2E156F-3E3A-9C8C-7DFE-8CB1D3F04CBC}"/>
          </ac:picMkLst>
        </pc:picChg>
        <pc:picChg chg="add mod">
          <ac:chgData name="Nate Rocks" userId="9139e2ceb00f3fb1" providerId="LiveId" clId="{859AD0D1-A73F-49AC-A4EB-511B3A8A25A2}" dt="2026-09-04T04:44:07.760" v="1420" actId="1076"/>
          <ac:picMkLst>
            <pc:docMk/>
            <pc:sldMk cId="310909622" sldId="275"/>
            <ac:picMk id="35" creationId="{2E1E7AD4-6DBE-E5F3-BFED-232022D069D9}"/>
          </ac:picMkLst>
        </pc:picChg>
        <pc:cxnChg chg="mod">
          <ac:chgData name="Nate Rocks" userId="9139e2ceb00f3fb1" providerId="LiveId" clId="{859AD0D1-A73F-49AC-A4EB-511B3A8A25A2}" dt="2026-09-04T02:55:49.938" v="1307" actId="14100"/>
          <ac:cxnSpMkLst>
            <pc:docMk/>
            <pc:sldMk cId="310909622" sldId="275"/>
            <ac:cxnSpMk id="9" creationId="{8F9AF5ED-6082-082C-5B19-D5D06E15EAC5}"/>
          </ac:cxnSpMkLst>
        </pc:cxnChg>
        <pc:cxnChg chg="mod">
          <ac:chgData name="Nate Rocks" userId="9139e2ceb00f3fb1" providerId="LiveId" clId="{859AD0D1-A73F-49AC-A4EB-511B3A8A25A2}" dt="2026-09-04T04:43:52.310" v="1418" actId="1076"/>
          <ac:cxnSpMkLst>
            <pc:docMk/>
            <pc:sldMk cId="310909622" sldId="275"/>
            <ac:cxnSpMk id="20" creationId="{1963C06F-08C0-E20F-F63C-A37A89B55B20}"/>
          </ac:cxnSpMkLst>
        </pc:cxnChg>
        <pc:cxnChg chg="mod">
          <ac:chgData name="Nate Rocks" userId="9139e2ceb00f3fb1" providerId="LiveId" clId="{859AD0D1-A73F-49AC-A4EB-511B3A8A25A2}" dt="2026-09-04T04:43:52.310" v="1418" actId="1076"/>
          <ac:cxnSpMkLst>
            <pc:docMk/>
            <pc:sldMk cId="310909622" sldId="275"/>
            <ac:cxnSpMk id="23" creationId="{9EB95E41-94B5-FE6C-BC90-234C41F808D9}"/>
          </ac:cxnSpMkLst>
        </pc:cxnChg>
        <pc:cxnChg chg="mod">
          <ac:chgData name="Nate Rocks" userId="9139e2ceb00f3fb1" providerId="LiveId" clId="{859AD0D1-A73F-49AC-A4EB-511B3A8A25A2}" dt="2026-09-04T04:43:52.310" v="1418" actId="1076"/>
          <ac:cxnSpMkLst>
            <pc:docMk/>
            <pc:sldMk cId="310909622" sldId="275"/>
            <ac:cxnSpMk id="28" creationId="{6E5AEBBA-C99D-3B3C-2116-755236D38085}"/>
          </ac:cxnSpMkLst>
        </pc:cxnChg>
        <pc:cxnChg chg="mod">
          <ac:chgData name="Nate Rocks" userId="9139e2ceb00f3fb1" providerId="LiveId" clId="{859AD0D1-A73F-49AC-A4EB-511B3A8A25A2}" dt="2026-09-04T04:43:52.310" v="1418" actId="1076"/>
          <ac:cxnSpMkLst>
            <pc:docMk/>
            <pc:sldMk cId="310909622" sldId="275"/>
            <ac:cxnSpMk id="32" creationId="{780232C4-A90A-785A-1A0F-A70308BAE7FE}"/>
          </ac:cxnSpMkLst>
        </pc:cxnChg>
      </pc:sldChg>
      <pc:sldChg chg="addSp delSp modSp add mod modTransition">
        <pc:chgData name="Nate Rocks" userId="9139e2ceb00f3fb1" providerId="LiveId" clId="{859AD0D1-A73F-49AC-A4EB-511B3A8A25A2}" dt="2026-09-07T19:00:01.828" v="2220" actId="1076"/>
        <pc:sldMkLst>
          <pc:docMk/>
          <pc:sldMk cId="3489407856" sldId="276"/>
        </pc:sldMkLst>
        <pc:spChg chg="add mod">
          <ac:chgData name="Nate Rocks" userId="9139e2ceb00f3fb1" providerId="LiveId" clId="{859AD0D1-A73F-49AC-A4EB-511B3A8A25A2}" dt="2026-09-07T18:19:00.021" v="1960" actId="571"/>
          <ac:spMkLst>
            <pc:docMk/>
            <pc:sldMk cId="3489407856" sldId="276"/>
            <ac:spMk id="3" creationId="{A2026672-AE3D-D0A0-6B36-4588A7DB9766}"/>
          </ac:spMkLst>
        </pc:spChg>
        <pc:spChg chg="add mod">
          <ac:chgData name="Nate Rocks" userId="9139e2ceb00f3fb1" providerId="LiveId" clId="{859AD0D1-A73F-49AC-A4EB-511B3A8A25A2}" dt="2026-09-07T18:21:21.278" v="1991" actId="255"/>
          <ac:spMkLst>
            <pc:docMk/>
            <pc:sldMk cId="3489407856" sldId="276"/>
            <ac:spMk id="4" creationId="{E9E85BB7-0096-409F-3191-5B629F913BA8}"/>
          </ac:spMkLst>
        </pc:spChg>
        <pc:spChg chg="add mod">
          <ac:chgData name="Nate Rocks" userId="9139e2ceb00f3fb1" providerId="LiveId" clId="{859AD0D1-A73F-49AC-A4EB-511B3A8A25A2}" dt="2026-09-07T18:21:36.979" v="1996" actId="1076"/>
          <ac:spMkLst>
            <pc:docMk/>
            <pc:sldMk cId="3489407856" sldId="276"/>
            <ac:spMk id="6" creationId="{981A4FAE-28B0-23AB-5B06-05078D57F1C4}"/>
          </ac:spMkLst>
        </pc:spChg>
        <pc:spChg chg="add">
          <ac:chgData name="Nate Rocks" userId="9139e2ceb00f3fb1" providerId="LiveId" clId="{859AD0D1-A73F-49AC-A4EB-511B3A8A25A2}" dt="2026-09-04T04:41:08.940" v="1389" actId="22"/>
          <ac:spMkLst>
            <pc:docMk/>
            <pc:sldMk cId="3489407856" sldId="276"/>
            <ac:spMk id="7" creationId="{E42EA19E-B12D-F342-F976-630144D2C653}"/>
          </ac:spMkLst>
        </pc:spChg>
        <pc:spChg chg="mod">
          <ac:chgData name="Nate Rocks" userId="9139e2ceb00f3fb1" providerId="LiveId" clId="{859AD0D1-A73F-49AC-A4EB-511B3A8A25A2}" dt="2026-09-07T18:18:33.359" v="1954"/>
          <ac:spMkLst>
            <pc:docMk/>
            <pc:sldMk cId="3489407856" sldId="276"/>
            <ac:spMk id="8" creationId="{69C6BDA1-5B70-7A8B-432D-61B2F3CB1CF7}"/>
          </ac:spMkLst>
        </pc:spChg>
        <pc:spChg chg="mod">
          <ac:chgData name="Nate Rocks" userId="9139e2ceb00f3fb1" providerId="LiveId" clId="{859AD0D1-A73F-49AC-A4EB-511B3A8A25A2}" dt="2026-09-07T18:35:35.901" v="2027" actId="20577"/>
          <ac:spMkLst>
            <pc:docMk/>
            <pc:sldMk cId="3489407856" sldId="276"/>
            <ac:spMk id="10" creationId="{A9E0D293-8425-9D7A-3802-D98190CD9716}"/>
          </ac:spMkLst>
        </pc:spChg>
        <pc:spChg chg="add mod">
          <ac:chgData name="Nate Rocks" userId="9139e2ceb00f3fb1" providerId="LiveId" clId="{859AD0D1-A73F-49AC-A4EB-511B3A8A25A2}" dt="2026-09-07T18:54:59.353" v="2155" actId="1076"/>
          <ac:spMkLst>
            <pc:docMk/>
            <pc:sldMk cId="3489407856" sldId="276"/>
            <ac:spMk id="12" creationId="{D5A008B4-04DA-B516-3F4B-11EBB57A3BFF}"/>
          </ac:spMkLst>
        </pc:spChg>
        <pc:spChg chg="del mod">
          <ac:chgData name="Nate Rocks" userId="9139e2ceb00f3fb1" providerId="LiveId" clId="{859AD0D1-A73F-49AC-A4EB-511B3A8A25A2}" dt="2026-09-07T18:19:43.715" v="1970" actId="478"/>
          <ac:spMkLst>
            <pc:docMk/>
            <pc:sldMk cId="3489407856" sldId="276"/>
            <ac:spMk id="13" creationId="{BAB3A179-E830-27AF-88DA-C9F0EFB716E5}"/>
          </ac:spMkLst>
        </pc:spChg>
        <pc:spChg chg="add mod">
          <ac:chgData name="Nate Rocks" userId="9139e2ceb00f3fb1" providerId="LiveId" clId="{859AD0D1-A73F-49AC-A4EB-511B3A8A25A2}" dt="2026-09-07T18:54:59.353" v="2155" actId="1076"/>
          <ac:spMkLst>
            <pc:docMk/>
            <pc:sldMk cId="3489407856" sldId="276"/>
            <ac:spMk id="16" creationId="{97977C04-6552-90C2-53F6-CEF0A1A47777}"/>
          </ac:spMkLst>
        </pc:spChg>
        <pc:spChg chg="add mod">
          <ac:chgData name="Nate Rocks" userId="9139e2ceb00f3fb1" providerId="LiveId" clId="{859AD0D1-A73F-49AC-A4EB-511B3A8A25A2}" dt="2026-09-07T18:54:59.353" v="2155" actId="1076"/>
          <ac:spMkLst>
            <pc:docMk/>
            <pc:sldMk cId="3489407856" sldId="276"/>
            <ac:spMk id="21" creationId="{78AC509A-68A5-A4E2-628C-0B2027F2D01D}"/>
          </ac:spMkLst>
        </pc:spChg>
        <pc:spChg chg="add del mod">
          <ac:chgData name="Nate Rocks" userId="9139e2ceb00f3fb1" providerId="LiveId" clId="{859AD0D1-A73F-49AC-A4EB-511B3A8A25A2}" dt="2026-09-07T18:59:38.374" v="2214" actId="478"/>
          <ac:spMkLst>
            <pc:docMk/>
            <pc:sldMk cId="3489407856" sldId="276"/>
            <ac:spMk id="24" creationId="{8303E4CB-5DDE-3FD3-C8FE-0A356B7D877E}"/>
          </ac:spMkLst>
        </pc:spChg>
        <pc:spChg chg="add del mod">
          <ac:chgData name="Nate Rocks" userId="9139e2ceb00f3fb1" providerId="LiveId" clId="{859AD0D1-A73F-49AC-A4EB-511B3A8A25A2}" dt="2026-09-07T18:59:38.374" v="2214" actId="478"/>
          <ac:spMkLst>
            <pc:docMk/>
            <pc:sldMk cId="3489407856" sldId="276"/>
            <ac:spMk id="27" creationId="{527E1EE9-1AF2-67E0-66DE-8BF3239C4414}"/>
          </ac:spMkLst>
        </pc:spChg>
        <pc:spChg chg="add del mod">
          <ac:chgData name="Nate Rocks" userId="9139e2ceb00f3fb1" providerId="LiveId" clId="{859AD0D1-A73F-49AC-A4EB-511B3A8A25A2}" dt="2026-09-07T18:59:38.374" v="2214" actId="478"/>
          <ac:spMkLst>
            <pc:docMk/>
            <pc:sldMk cId="3489407856" sldId="276"/>
            <ac:spMk id="30" creationId="{02AF9ED7-602A-D17A-0164-848AAFC416C8}"/>
          </ac:spMkLst>
        </pc:spChg>
        <pc:spChg chg="add del mod">
          <ac:chgData name="Nate Rocks" userId="9139e2ceb00f3fb1" providerId="LiveId" clId="{859AD0D1-A73F-49AC-A4EB-511B3A8A25A2}" dt="2026-09-07T18:59:38.374" v="2214" actId="478"/>
          <ac:spMkLst>
            <pc:docMk/>
            <pc:sldMk cId="3489407856" sldId="276"/>
            <ac:spMk id="33" creationId="{AB6FBD6A-E7A0-D126-5C49-8D623426A19F}"/>
          </ac:spMkLst>
        </pc:spChg>
        <pc:spChg chg="add mod">
          <ac:chgData name="Nate Rocks" userId="9139e2ceb00f3fb1" providerId="LiveId" clId="{859AD0D1-A73F-49AC-A4EB-511B3A8A25A2}" dt="2026-09-07T18:59:49.364" v="2216" actId="1076"/>
          <ac:spMkLst>
            <pc:docMk/>
            <pc:sldMk cId="3489407856" sldId="276"/>
            <ac:spMk id="37" creationId="{24A85C04-C3CA-390E-8D0F-2885E3DFAF8D}"/>
          </ac:spMkLst>
        </pc:spChg>
        <pc:spChg chg="add mod">
          <ac:chgData name="Nate Rocks" userId="9139e2ceb00f3fb1" providerId="LiveId" clId="{859AD0D1-A73F-49AC-A4EB-511B3A8A25A2}" dt="2026-09-07T18:59:53.532" v="2217" actId="1076"/>
          <ac:spMkLst>
            <pc:docMk/>
            <pc:sldMk cId="3489407856" sldId="276"/>
            <ac:spMk id="39" creationId="{85BB5138-7584-6AE1-DDE0-E6C7770E4FAF}"/>
          </ac:spMkLst>
        </pc:spChg>
        <pc:spChg chg="add mod">
          <ac:chgData name="Nate Rocks" userId="9139e2ceb00f3fb1" providerId="LiveId" clId="{859AD0D1-A73F-49AC-A4EB-511B3A8A25A2}" dt="2026-09-07T18:59:57.200" v="2218" actId="1076"/>
          <ac:spMkLst>
            <pc:docMk/>
            <pc:sldMk cId="3489407856" sldId="276"/>
            <ac:spMk id="41" creationId="{E8857AAB-9ED3-0CD3-6EC0-450CE38076E5}"/>
          </ac:spMkLst>
        </pc:spChg>
        <pc:spChg chg="add mod">
          <ac:chgData name="Nate Rocks" userId="9139e2ceb00f3fb1" providerId="LiveId" clId="{859AD0D1-A73F-49AC-A4EB-511B3A8A25A2}" dt="2026-09-07T18:59:59.578" v="2219" actId="1076"/>
          <ac:spMkLst>
            <pc:docMk/>
            <pc:sldMk cId="3489407856" sldId="276"/>
            <ac:spMk id="43" creationId="{D212D2C9-201E-D768-01C6-5475636E847A}"/>
          </ac:spMkLst>
        </pc:spChg>
        <pc:picChg chg="add mod">
          <ac:chgData name="Nate Rocks" userId="9139e2ceb00f3fb1" providerId="LiveId" clId="{859AD0D1-A73F-49AC-A4EB-511B3A8A25A2}" dt="2026-09-04T04:41:41.740" v="1396" actId="1076"/>
          <ac:picMkLst>
            <pc:docMk/>
            <pc:sldMk cId="3489407856" sldId="276"/>
            <ac:picMk id="14" creationId="{0282659B-5246-D7C3-97F8-502BB29DA03F}"/>
          </ac:picMkLst>
        </pc:picChg>
        <pc:picChg chg="add mod">
          <ac:chgData name="Nate Rocks" userId="9139e2ceb00f3fb1" providerId="LiveId" clId="{859AD0D1-A73F-49AC-A4EB-511B3A8A25A2}" dt="2026-09-04T04:42:09.746" v="1398" actId="1076"/>
          <ac:picMkLst>
            <pc:docMk/>
            <pc:sldMk cId="3489407856" sldId="276"/>
            <ac:picMk id="18" creationId="{3E281D5C-B4F6-CA6D-0BCA-F52D36D3B5EC}"/>
          </ac:picMkLst>
        </pc:picChg>
        <pc:picChg chg="add del mod">
          <ac:chgData name="Nate Rocks" userId="9139e2ceb00f3fb1" providerId="LiveId" clId="{859AD0D1-A73F-49AC-A4EB-511B3A8A25A2}" dt="2026-09-07T18:59:38.374" v="2214" actId="478"/>
          <ac:picMkLst>
            <pc:docMk/>
            <pc:sldMk cId="3489407856" sldId="276"/>
            <ac:picMk id="35" creationId="{EF2FE3B1-FBBB-205E-467D-205872C477C4}"/>
          </ac:picMkLst>
        </pc:picChg>
        <pc:picChg chg="add mod">
          <ac:chgData name="Nate Rocks" userId="9139e2ceb00f3fb1" providerId="LiveId" clId="{859AD0D1-A73F-49AC-A4EB-511B3A8A25A2}" dt="2026-09-07T19:00:01.828" v="2220" actId="1076"/>
          <ac:picMkLst>
            <pc:docMk/>
            <pc:sldMk cId="3489407856" sldId="276"/>
            <ac:picMk id="45" creationId="{94330282-4FA8-87DD-F19C-5F8FA8DF853D}"/>
          </ac:picMkLst>
        </pc:picChg>
        <pc:cxnChg chg="mod">
          <ac:chgData name="Nate Rocks" userId="9139e2ceb00f3fb1" providerId="LiveId" clId="{859AD0D1-A73F-49AC-A4EB-511B3A8A25A2}" dt="2026-09-04T04:42:39.038" v="1404" actId="14100"/>
          <ac:cxnSpMkLst>
            <pc:docMk/>
            <pc:sldMk cId="3489407856" sldId="276"/>
            <ac:cxnSpMk id="9" creationId="{FCE0F7BB-EF70-6102-3B42-0667ED5B8ECF}"/>
          </ac:cxnSpMkLst>
        </pc:cxnChg>
      </pc:sldChg>
      <pc:sldChg chg="addSp delSp modSp add mod modTransition">
        <pc:chgData name="Nate Rocks" userId="9139e2ceb00f3fb1" providerId="LiveId" clId="{859AD0D1-A73F-49AC-A4EB-511B3A8A25A2}" dt="2026-09-07T19:02:06.298" v="2235" actId="1076"/>
        <pc:sldMkLst>
          <pc:docMk/>
          <pc:sldMk cId="182176643" sldId="277"/>
        </pc:sldMkLst>
        <pc:spChg chg="add mod">
          <ac:chgData name="Nate Rocks" userId="9139e2ceb00f3fb1" providerId="LiveId" clId="{859AD0D1-A73F-49AC-A4EB-511B3A8A25A2}" dt="2026-09-04T04:48:08.843" v="1480" actId="113"/>
          <ac:spMkLst>
            <pc:docMk/>
            <pc:sldMk cId="182176643" sldId="277"/>
            <ac:spMk id="3" creationId="{BB59F729-ADE5-41C7-441A-4AC0D61D584C}"/>
          </ac:spMkLst>
        </pc:spChg>
        <pc:spChg chg="add mod">
          <ac:chgData name="Nate Rocks" userId="9139e2ceb00f3fb1" providerId="LiveId" clId="{859AD0D1-A73F-49AC-A4EB-511B3A8A25A2}" dt="2026-09-04T04:48:20.923" v="1485" actId="113"/>
          <ac:spMkLst>
            <pc:docMk/>
            <pc:sldMk cId="182176643" sldId="277"/>
            <ac:spMk id="4" creationId="{3648C564-4C6B-1107-7D95-6541CFD1C2FD}"/>
          </ac:spMkLst>
        </pc:spChg>
        <pc:spChg chg="mod">
          <ac:chgData name="Nate Rocks" userId="9139e2ceb00f3fb1" providerId="LiveId" clId="{859AD0D1-A73F-49AC-A4EB-511B3A8A25A2}" dt="2026-09-04T18:30:33.792" v="1761" actId="13926"/>
          <ac:spMkLst>
            <pc:docMk/>
            <pc:sldMk cId="182176643" sldId="277"/>
            <ac:spMk id="8" creationId="{8289F35F-7B67-E8FE-73D9-4EBB0D5F2AAB}"/>
          </ac:spMkLst>
        </pc:spChg>
        <pc:spChg chg="mod">
          <ac:chgData name="Nate Rocks" userId="9139e2ceb00f3fb1" providerId="LiveId" clId="{859AD0D1-A73F-49AC-A4EB-511B3A8A25A2}" dt="2026-09-04T04:47:48.333" v="1474" actId="113"/>
          <ac:spMkLst>
            <pc:docMk/>
            <pc:sldMk cId="182176643" sldId="277"/>
            <ac:spMk id="10" creationId="{9503F491-E8C7-DCE2-0D37-DB524A74908C}"/>
          </ac:spMkLst>
        </pc:spChg>
        <pc:spChg chg="add del mod">
          <ac:chgData name="Nate Rocks" userId="9139e2ceb00f3fb1" providerId="LiveId" clId="{859AD0D1-A73F-49AC-A4EB-511B3A8A25A2}" dt="2026-09-07T19:00:46.933" v="2224" actId="478"/>
          <ac:spMkLst>
            <pc:docMk/>
            <pc:sldMk cId="182176643" sldId="277"/>
            <ac:spMk id="12" creationId="{F9D89AE2-DDE0-8D86-2200-E3A5D1BCE05C}"/>
          </ac:spMkLst>
        </pc:spChg>
        <pc:spChg chg="add del mod">
          <ac:chgData name="Nate Rocks" userId="9139e2ceb00f3fb1" providerId="LiveId" clId="{859AD0D1-A73F-49AC-A4EB-511B3A8A25A2}" dt="2026-09-07T19:00:46.933" v="2224" actId="478"/>
          <ac:spMkLst>
            <pc:docMk/>
            <pc:sldMk cId="182176643" sldId="277"/>
            <ac:spMk id="15" creationId="{726AADC4-3C24-4288-03E2-33976BCC4293}"/>
          </ac:spMkLst>
        </pc:spChg>
        <pc:spChg chg="add del mod">
          <ac:chgData name="Nate Rocks" userId="9139e2ceb00f3fb1" providerId="LiveId" clId="{859AD0D1-A73F-49AC-A4EB-511B3A8A25A2}" dt="2026-09-07T19:00:46.933" v="2224" actId="478"/>
          <ac:spMkLst>
            <pc:docMk/>
            <pc:sldMk cId="182176643" sldId="277"/>
            <ac:spMk id="19" creationId="{299B8444-B836-C99C-B38B-1EA1D6E6FEED}"/>
          </ac:spMkLst>
        </pc:spChg>
        <pc:spChg chg="add del mod">
          <ac:chgData name="Nate Rocks" userId="9139e2ceb00f3fb1" providerId="LiveId" clId="{859AD0D1-A73F-49AC-A4EB-511B3A8A25A2}" dt="2026-09-07T19:00:46.933" v="2224" actId="478"/>
          <ac:spMkLst>
            <pc:docMk/>
            <pc:sldMk cId="182176643" sldId="277"/>
            <ac:spMk id="22" creationId="{B7290D2C-DD86-B37D-D394-DC1058324A78}"/>
          </ac:spMkLst>
        </pc:spChg>
        <pc:spChg chg="add del mod">
          <ac:chgData name="Nate Rocks" userId="9139e2ceb00f3fb1" providerId="LiveId" clId="{859AD0D1-A73F-49AC-A4EB-511B3A8A25A2}" dt="2026-09-07T19:01:53.715" v="2232" actId="478"/>
          <ac:spMkLst>
            <pc:docMk/>
            <pc:sldMk cId="182176643" sldId="277"/>
            <ac:spMk id="25" creationId="{308F623E-3863-6276-68EC-739FDA0DF550}"/>
          </ac:spMkLst>
        </pc:spChg>
        <pc:spChg chg="add del mod">
          <ac:chgData name="Nate Rocks" userId="9139e2ceb00f3fb1" providerId="LiveId" clId="{859AD0D1-A73F-49AC-A4EB-511B3A8A25A2}" dt="2026-09-07T19:01:53.715" v="2232" actId="478"/>
          <ac:spMkLst>
            <pc:docMk/>
            <pc:sldMk cId="182176643" sldId="277"/>
            <ac:spMk id="29" creationId="{BB5EE8DF-6833-47F7-48CC-7272A2826FC2}"/>
          </ac:spMkLst>
        </pc:spChg>
        <pc:spChg chg="add mod">
          <ac:chgData name="Nate Rocks" userId="9139e2ceb00f3fb1" providerId="LiveId" clId="{859AD0D1-A73F-49AC-A4EB-511B3A8A25A2}" dt="2026-09-07T19:00:56.860" v="2226" actId="1076"/>
          <ac:spMkLst>
            <pc:docMk/>
            <pc:sldMk cId="182176643" sldId="277"/>
            <ac:spMk id="31" creationId="{CE2A53A2-EB1D-05FA-E94C-47726E42B281}"/>
          </ac:spMkLst>
        </pc:spChg>
        <pc:spChg chg="add mod">
          <ac:chgData name="Nate Rocks" userId="9139e2ceb00f3fb1" providerId="LiveId" clId="{859AD0D1-A73F-49AC-A4EB-511B3A8A25A2}" dt="2026-09-07T19:01:03.846" v="2228" actId="1076"/>
          <ac:spMkLst>
            <pc:docMk/>
            <pc:sldMk cId="182176643" sldId="277"/>
            <ac:spMk id="34" creationId="{E4EB7E6A-701E-F990-8463-2F0F41C3761F}"/>
          </ac:spMkLst>
        </pc:spChg>
        <pc:spChg chg="add mod">
          <ac:chgData name="Nate Rocks" userId="9139e2ceb00f3fb1" providerId="LiveId" clId="{859AD0D1-A73F-49AC-A4EB-511B3A8A25A2}" dt="2026-09-07T19:00:59.686" v="2227" actId="1076"/>
          <ac:spMkLst>
            <pc:docMk/>
            <pc:sldMk cId="182176643" sldId="277"/>
            <ac:spMk id="36" creationId="{560BA2D2-157F-9859-4E1C-B208C2ADAF45}"/>
          </ac:spMkLst>
        </pc:spChg>
        <pc:spChg chg="add mod">
          <ac:chgData name="Nate Rocks" userId="9139e2ceb00f3fb1" providerId="LiveId" clId="{859AD0D1-A73F-49AC-A4EB-511B3A8A25A2}" dt="2026-09-07T19:01:06.810" v="2229" actId="1076"/>
          <ac:spMkLst>
            <pc:docMk/>
            <pc:sldMk cId="182176643" sldId="277"/>
            <ac:spMk id="38" creationId="{308BB862-1209-57CD-B98F-429C1746FD04}"/>
          </ac:spMkLst>
        </pc:spChg>
        <pc:spChg chg="add mod">
          <ac:chgData name="Nate Rocks" userId="9139e2ceb00f3fb1" providerId="LiveId" clId="{859AD0D1-A73F-49AC-A4EB-511B3A8A25A2}" dt="2026-09-07T19:02:02.041" v="2234" actId="1076"/>
          <ac:spMkLst>
            <pc:docMk/>
            <pc:sldMk cId="182176643" sldId="277"/>
            <ac:spMk id="40" creationId="{65B46BCB-547E-68BA-718D-EE8829B2BBF3}"/>
          </ac:spMkLst>
        </pc:spChg>
        <pc:spChg chg="add mod">
          <ac:chgData name="Nate Rocks" userId="9139e2ceb00f3fb1" providerId="LiveId" clId="{859AD0D1-A73F-49AC-A4EB-511B3A8A25A2}" dt="2026-09-07T19:02:06.298" v="2235" actId="1076"/>
          <ac:spMkLst>
            <pc:docMk/>
            <pc:sldMk cId="182176643" sldId="277"/>
            <ac:spMk id="42" creationId="{0278BA09-ACBC-389D-43BE-AFADB0A4B7C5}"/>
          </ac:spMkLst>
        </pc:spChg>
        <pc:picChg chg="add mod modCrop">
          <ac:chgData name="Nate Rocks" userId="9139e2ceb00f3fb1" providerId="LiveId" clId="{859AD0D1-A73F-49AC-A4EB-511B3A8A25A2}" dt="2026-09-04T18:35:25.333" v="1788" actId="1076"/>
          <ac:picMkLst>
            <pc:docMk/>
            <pc:sldMk cId="182176643" sldId="277"/>
            <ac:picMk id="11" creationId="{DA3E2F73-2D5A-2EA9-B533-137BC1BB8BA9}"/>
          </ac:picMkLst>
        </pc:picChg>
      </pc:sldChg>
      <pc:sldChg chg="addSp delSp modSp add mod modTransition">
        <pc:chgData name="Nate Rocks" userId="9139e2ceb00f3fb1" providerId="LiveId" clId="{859AD0D1-A73F-49AC-A4EB-511B3A8A25A2}" dt="2026-09-07T19:03:57.913" v="2248" actId="1076"/>
        <pc:sldMkLst>
          <pc:docMk/>
          <pc:sldMk cId="1238440497" sldId="278"/>
        </pc:sldMkLst>
        <pc:spChg chg="add del mod">
          <ac:chgData name="Nate Rocks" userId="9139e2ceb00f3fb1" providerId="LiveId" clId="{859AD0D1-A73F-49AC-A4EB-511B3A8A25A2}" dt="2026-09-07T19:00:20.401" v="2222" actId="478"/>
          <ac:spMkLst>
            <pc:docMk/>
            <pc:sldMk cId="1238440497" sldId="278"/>
            <ac:spMk id="4" creationId="{2D37F240-6DCC-7FAD-A12A-F185C103BA97}"/>
          </ac:spMkLst>
        </pc:spChg>
        <pc:spChg chg="mod">
          <ac:chgData name="Nate Rocks" userId="9139e2ceb00f3fb1" providerId="LiveId" clId="{859AD0D1-A73F-49AC-A4EB-511B3A8A25A2}" dt="2026-09-07T19:03:42.108" v="2244" actId="1076"/>
          <ac:spMkLst>
            <pc:docMk/>
            <pc:sldMk cId="1238440497" sldId="278"/>
            <ac:spMk id="5" creationId="{D572AC41-360D-454F-DF7E-1DD1D2DFD44E}"/>
          </ac:spMkLst>
        </pc:spChg>
        <pc:spChg chg="ord">
          <ac:chgData name="Nate Rocks" userId="9139e2ceb00f3fb1" providerId="LiveId" clId="{859AD0D1-A73F-49AC-A4EB-511B3A8A25A2}" dt="2026-09-04T18:16:16.918" v="1619" actId="171"/>
          <ac:spMkLst>
            <pc:docMk/>
            <pc:sldMk cId="1238440497" sldId="278"/>
            <ac:spMk id="7" creationId="{188E1002-7337-3321-CC10-B39791013F8C}"/>
          </ac:spMkLst>
        </pc:spChg>
        <pc:spChg chg="mod">
          <ac:chgData name="Nate Rocks" userId="9139e2ceb00f3fb1" providerId="LiveId" clId="{859AD0D1-A73F-49AC-A4EB-511B3A8A25A2}" dt="2026-09-04T18:30:38.764" v="1762" actId="13926"/>
          <ac:spMkLst>
            <pc:docMk/>
            <pc:sldMk cId="1238440497" sldId="278"/>
            <ac:spMk id="8" creationId="{97BE0F7F-13AE-FD63-56F3-2EF25BF2BD9A}"/>
          </ac:spMkLst>
        </pc:spChg>
        <pc:spChg chg="mod">
          <ac:chgData name="Nate Rocks" userId="9139e2ceb00f3fb1" providerId="LiveId" clId="{859AD0D1-A73F-49AC-A4EB-511B3A8A25A2}" dt="2026-09-04T04:49:23.223" v="1498" actId="113"/>
          <ac:spMkLst>
            <pc:docMk/>
            <pc:sldMk cId="1238440497" sldId="278"/>
            <ac:spMk id="10" creationId="{ED250FA3-A546-B9D0-3334-E578FB011C07}"/>
          </ac:spMkLst>
        </pc:spChg>
        <pc:spChg chg="add del mod">
          <ac:chgData name="Nate Rocks" userId="9139e2ceb00f3fb1" providerId="LiveId" clId="{859AD0D1-A73F-49AC-A4EB-511B3A8A25A2}" dt="2026-09-07T19:00:20.401" v="2222" actId="478"/>
          <ac:spMkLst>
            <pc:docMk/>
            <pc:sldMk cId="1238440497" sldId="278"/>
            <ac:spMk id="11" creationId="{88F739CC-AF16-0C3B-C2ED-12FA0F5971CE}"/>
          </ac:spMkLst>
        </pc:spChg>
        <pc:spChg chg="add del mod">
          <ac:chgData name="Nate Rocks" userId="9139e2ceb00f3fb1" providerId="LiveId" clId="{859AD0D1-A73F-49AC-A4EB-511B3A8A25A2}" dt="2026-09-07T19:00:20.401" v="2222" actId="478"/>
          <ac:spMkLst>
            <pc:docMk/>
            <pc:sldMk cId="1238440497" sldId="278"/>
            <ac:spMk id="13" creationId="{7D0DF314-2DD6-875C-63BE-7A67826F241F}"/>
          </ac:spMkLst>
        </pc:spChg>
        <pc:spChg chg="add del mod">
          <ac:chgData name="Nate Rocks" userId="9139e2ceb00f3fb1" providerId="LiveId" clId="{859AD0D1-A73F-49AC-A4EB-511B3A8A25A2}" dt="2026-09-07T19:00:20.401" v="2222" actId="478"/>
          <ac:spMkLst>
            <pc:docMk/>
            <pc:sldMk cId="1238440497" sldId="278"/>
            <ac:spMk id="15" creationId="{241B52B7-8B62-E704-6658-C385BC721F6C}"/>
          </ac:spMkLst>
        </pc:spChg>
        <pc:spChg chg="add del mod">
          <ac:chgData name="Nate Rocks" userId="9139e2ceb00f3fb1" providerId="LiveId" clId="{859AD0D1-A73F-49AC-A4EB-511B3A8A25A2}" dt="2026-09-07T19:00:28.768" v="2223" actId="478"/>
          <ac:spMkLst>
            <pc:docMk/>
            <pc:sldMk cId="1238440497" sldId="278"/>
            <ac:spMk id="21" creationId="{5D5A78C0-69A5-06B6-799D-200B0803AA44}"/>
          </ac:spMkLst>
        </pc:spChg>
        <pc:spChg chg="add del mod">
          <ac:chgData name="Nate Rocks" userId="9139e2ceb00f3fb1" providerId="LiveId" clId="{859AD0D1-A73F-49AC-A4EB-511B3A8A25A2}" dt="2026-09-07T19:00:28.768" v="2223" actId="478"/>
          <ac:spMkLst>
            <pc:docMk/>
            <pc:sldMk cId="1238440497" sldId="278"/>
            <ac:spMk id="24" creationId="{B1838A9F-76AE-2F98-8F41-BABD43697910}"/>
          </ac:spMkLst>
        </pc:spChg>
        <pc:spChg chg="add del mod">
          <ac:chgData name="Nate Rocks" userId="9139e2ceb00f3fb1" providerId="LiveId" clId="{859AD0D1-A73F-49AC-A4EB-511B3A8A25A2}" dt="2026-09-07T19:00:28.768" v="2223" actId="478"/>
          <ac:spMkLst>
            <pc:docMk/>
            <pc:sldMk cId="1238440497" sldId="278"/>
            <ac:spMk id="27" creationId="{F15A7377-241E-9132-60E5-D53D11F06F45}"/>
          </ac:spMkLst>
        </pc:spChg>
        <pc:spChg chg="add del mod">
          <ac:chgData name="Nate Rocks" userId="9139e2ceb00f3fb1" providerId="LiveId" clId="{859AD0D1-A73F-49AC-A4EB-511B3A8A25A2}" dt="2026-09-07T19:00:28.768" v="2223" actId="478"/>
          <ac:spMkLst>
            <pc:docMk/>
            <pc:sldMk cId="1238440497" sldId="278"/>
            <ac:spMk id="33" creationId="{390CAB77-C511-4AB5-C0F6-179A9AC1F073}"/>
          </ac:spMkLst>
        </pc:spChg>
        <pc:spChg chg="add">
          <ac:chgData name="Nate Rocks" userId="9139e2ceb00f3fb1" providerId="LiveId" clId="{859AD0D1-A73F-49AC-A4EB-511B3A8A25A2}" dt="2026-09-07T19:00:09.640" v="2221" actId="22"/>
          <ac:spMkLst>
            <pc:docMk/>
            <pc:sldMk cId="1238440497" sldId="278"/>
            <ac:spMk id="35" creationId="{D0202722-96AC-43C4-BD6D-7C566CEFFECD}"/>
          </ac:spMkLst>
        </pc:spChg>
        <pc:spChg chg="add">
          <ac:chgData name="Nate Rocks" userId="9139e2ceb00f3fb1" providerId="LiveId" clId="{859AD0D1-A73F-49AC-A4EB-511B3A8A25A2}" dt="2026-09-07T19:00:09.640" v="2221" actId="22"/>
          <ac:spMkLst>
            <pc:docMk/>
            <pc:sldMk cId="1238440497" sldId="278"/>
            <ac:spMk id="37" creationId="{59464D45-E14E-A3CE-DBCA-EA2653B39E47}"/>
          </ac:spMkLst>
        </pc:spChg>
        <pc:spChg chg="add">
          <ac:chgData name="Nate Rocks" userId="9139e2ceb00f3fb1" providerId="LiveId" clId="{859AD0D1-A73F-49AC-A4EB-511B3A8A25A2}" dt="2026-09-07T19:00:09.640" v="2221" actId="22"/>
          <ac:spMkLst>
            <pc:docMk/>
            <pc:sldMk cId="1238440497" sldId="278"/>
            <ac:spMk id="39" creationId="{B7DE224F-543D-D352-F6E7-B9A846534F3A}"/>
          </ac:spMkLst>
        </pc:spChg>
        <pc:spChg chg="add">
          <ac:chgData name="Nate Rocks" userId="9139e2ceb00f3fb1" providerId="LiveId" clId="{859AD0D1-A73F-49AC-A4EB-511B3A8A25A2}" dt="2026-09-07T19:00:09.640" v="2221" actId="22"/>
          <ac:spMkLst>
            <pc:docMk/>
            <pc:sldMk cId="1238440497" sldId="278"/>
            <ac:spMk id="41" creationId="{AEAAE20D-29F3-6452-60A4-35EBF6EF6AD4}"/>
          </ac:spMkLst>
        </pc:spChg>
        <pc:spChg chg="add del">
          <ac:chgData name="Nate Rocks" userId="9139e2ceb00f3fb1" providerId="LiveId" clId="{859AD0D1-A73F-49AC-A4EB-511B3A8A25A2}" dt="2026-09-07T19:01:17.319" v="2231" actId="22"/>
          <ac:spMkLst>
            <pc:docMk/>
            <pc:sldMk cId="1238440497" sldId="278"/>
            <ac:spMk id="45" creationId="{BE05C794-E5AD-076D-8B56-E63B68DE24D5}"/>
          </ac:spMkLst>
        </pc:spChg>
        <pc:spChg chg="add del">
          <ac:chgData name="Nate Rocks" userId="9139e2ceb00f3fb1" providerId="LiveId" clId="{859AD0D1-A73F-49AC-A4EB-511B3A8A25A2}" dt="2026-09-07T19:01:17.319" v="2231" actId="22"/>
          <ac:spMkLst>
            <pc:docMk/>
            <pc:sldMk cId="1238440497" sldId="278"/>
            <ac:spMk id="47" creationId="{BCCBF01E-FA52-F7A6-468D-5C14CC94853B}"/>
          </ac:spMkLst>
        </pc:spChg>
        <pc:spChg chg="add del">
          <ac:chgData name="Nate Rocks" userId="9139e2ceb00f3fb1" providerId="LiveId" clId="{859AD0D1-A73F-49AC-A4EB-511B3A8A25A2}" dt="2026-09-07T19:01:17.319" v="2231" actId="22"/>
          <ac:spMkLst>
            <pc:docMk/>
            <pc:sldMk cId="1238440497" sldId="278"/>
            <ac:spMk id="49" creationId="{26241988-FD4B-CCD1-8CDE-87C66C6F5182}"/>
          </ac:spMkLst>
        </pc:spChg>
        <pc:spChg chg="add del">
          <ac:chgData name="Nate Rocks" userId="9139e2ceb00f3fb1" providerId="LiveId" clId="{859AD0D1-A73F-49AC-A4EB-511B3A8A25A2}" dt="2026-09-07T19:01:17.319" v="2231" actId="22"/>
          <ac:spMkLst>
            <pc:docMk/>
            <pc:sldMk cId="1238440497" sldId="278"/>
            <ac:spMk id="52" creationId="{9D3343FC-1478-4425-4689-C54B05AC0FC3}"/>
          </ac:spMkLst>
        </pc:spChg>
        <pc:spChg chg="add mod">
          <ac:chgData name="Nate Rocks" userId="9139e2ceb00f3fb1" providerId="LiveId" clId="{859AD0D1-A73F-49AC-A4EB-511B3A8A25A2}" dt="2026-09-07T19:03:45.356" v="2245" actId="1076"/>
          <ac:spMkLst>
            <pc:docMk/>
            <pc:sldMk cId="1238440497" sldId="278"/>
            <ac:spMk id="54" creationId="{203592CD-34CA-BC23-F354-D7DD0028A53C}"/>
          </ac:spMkLst>
        </pc:spChg>
        <pc:spChg chg="add mod">
          <ac:chgData name="Nate Rocks" userId="9139e2ceb00f3fb1" providerId="LiveId" clId="{859AD0D1-A73F-49AC-A4EB-511B3A8A25A2}" dt="2026-09-07T19:03:48.998" v="2246" actId="1076"/>
          <ac:spMkLst>
            <pc:docMk/>
            <pc:sldMk cId="1238440497" sldId="278"/>
            <ac:spMk id="56" creationId="{4BBDA36F-728D-E4EA-9CFD-2E6A026812F1}"/>
          </ac:spMkLst>
        </pc:spChg>
        <pc:spChg chg="add mod">
          <ac:chgData name="Nate Rocks" userId="9139e2ceb00f3fb1" providerId="LiveId" clId="{859AD0D1-A73F-49AC-A4EB-511B3A8A25A2}" dt="2026-09-07T19:03:53.873" v="2247" actId="1076"/>
          <ac:spMkLst>
            <pc:docMk/>
            <pc:sldMk cId="1238440497" sldId="278"/>
            <ac:spMk id="58" creationId="{D168480D-D992-F80C-BD65-74FBA2B41AD6}"/>
          </ac:spMkLst>
        </pc:spChg>
        <pc:spChg chg="add mod">
          <ac:chgData name="Nate Rocks" userId="9139e2ceb00f3fb1" providerId="LiveId" clId="{859AD0D1-A73F-49AC-A4EB-511B3A8A25A2}" dt="2026-09-07T19:03:57.913" v="2248" actId="1076"/>
          <ac:spMkLst>
            <pc:docMk/>
            <pc:sldMk cId="1238440497" sldId="278"/>
            <ac:spMk id="60" creationId="{D891DED6-8564-3FE4-6C19-34F12596A5AD}"/>
          </ac:spMkLst>
        </pc:spChg>
        <pc:picChg chg="add del mod">
          <ac:chgData name="Nate Rocks" userId="9139e2ceb00f3fb1" providerId="LiveId" clId="{859AD0D1-A73F-49AC-A4EB-511B3A8A25A2}" dt="2026-09-07T19:00:20.401" v="2222" actId="478"/>
          <ac:picMkLst>
            <pc:docMk/>
            <pc:sldMk cId="1238440497" sldId="278"/>
            <ac:picMk id="17" creationId="{D089BF27-D17D-AD8E-218C-63AF65A13815}"/>
          </ac:picMkLst>
        </pc:picChg>
        <pc:picChg chg="ord">
          <ac:chgData name="Nate Rocks" userId="9139e2ceb00f3fb1" providerId="LiveId" clId="{859AD0D1-A73F-49AC-A4EB-511B3A8A25A2}" dt="2026-09-04T18:16:12.590" v="1617" actId="166"/>
          <ac:picMkLst>
            <pc:docMk/>
            <pc:sldMk cId="1238440497" sldId="278"/>
            <ac:picMk id="18" creationId="{AA5CD2C8-E381-8D58-513E-B2ECEFE22E7C}"/>
          </ac:picMkLst>
        </pc:picChg>
        <pc:picChg chg="add">
          <ac:chgData name="Nate Rocks" userId="9139e2ceb00f3fb1" providerId="LiveId" clId="{859AD0D1-A73F-49AC-A4EB-511B3A8A25A2}" dt="2026-09-04T18:19:38.452" v="1645" actId="22"/>
          <ac:picMkLst>
            <pc:docMk/>
            <pc:sldMk cId="1238440497" sldId="278"/>
            <ac:picMk id="25" creationId="{ABE7245B-EB3A-D246-CCD0-B762B93BEE9D}"/>
          </ac:picMkLst>
        </pc:picChg>
        <pc:picChg chg="add">
          <ac:chgData name="Nate Rocks" userId="9139e2ceb00f3fb1" providerId="LiveId" clId="{859AD0D1-A73F-49AC-A4EB-511B3A8A25A2}" dt="2026-09-04T18:19:38.452" v="1645" actId="22"/>
          <ac:picMkLst>
            <pc:docMk/>
            <pc:sldMk cId="1238440497" sldId="278"/>
            <ac:picMk id="29" creationId="{D36BA95B-F8B7-0A98-4989-5134D0D56306}"/>
          </ac:picMkLst>
        </pc:picChg>
        <pc:picChg chg="add">
          <ac:chgData name="Nate Rocks" userId="9139e2ceb00f3fb1" providerId="LiveId" clId="{859AD0D1-A73F-49AC-A4EB-511B3A8A25A2}" dt="2026-09-04T18:19:38.452" v="1645" actId="22"/>
          <ac:picMkLst>
            <pc:docMk/>
            <pc:sldMk cId="1238440497" sldId="278"/>
            <ac:picMk id="31" creationId="{2403B668-9DC0-F569-A2C8-ED871F296B5F}"/>
          </ac:picMkLst>
        </pc:picChg>
        <pc:picChg chg="add">
          <ac:chgData name="Nate Rocks" userId="9139e2ceb00f3fb1" providerId="LiveId" clId="{859AD0D1-A73F-49AC-A4EB-511B3A8A25A2}" dt="2026-09-07T19:00:09.640" v="2221" actId="22"/>
          <ac:picMkLst>
            <pc:docMk/>
            <pc:sldMk cId="1238440497" sldId="278"/>
            <ac:picMk id="43" creationId="{29C77ACA-84E2-F3F8-34DB-9E0AFEAFB93D}"/>
          </ac:picMkLst>
        </pc:picChg>
      </pc:sldChg>
      <pc:sldChg chg="addSp delSp modSp add mod modTransition">
        <pc:chgData name="Nate Rocks" userId="9139e2ceb00f3fb1" providerId="LiveId" clId="{859AD0D1-A73F-49AC-A4EB-511B3A8A25A2}" dt="2026-09-07T19:03:14.903" v="2241" actId="478"/>
        <pc:sldMkLst>
          <pc:docMk/>
          <pc:sldMk cId="2402312889" sldId="279"/>
        </pc:sldMkLst>
        <pc:spChg chg="mod">
          <ac:chgData name="Nate Rocks" userId="9139e2ceb00f3fb1" providerId="LiveId" clId="{859AD0D1-A73F-49AC-A4EB-511B3A8A25A2}" dt="2026-09-04T18:20:27.636" v="1658" actId="1076"/>
          <ac:spMkLst>
            <pc:docMk/>
            <pc:sldMk cId="2402312889" sldId="279"/>
            <ac:spMk id="2" creationId="{4CBF2B2F-2E3B-B1B8-151E-908A73B5032F}"/>
          </ac:spMkLst>
        </pc:spChg>
        <pc:spChg chg="add mod">
          <ac:chgData name="Nate Rocks" userId="9139e2ceb00f3fb1" providerId="LiveId" clId="{859AD0D1-A73F-49AC-A4EB-511B3A8A25A2}" dt="2026-09-04T04:50:49.495" v="1521" actId="113"/>
          <ac:spMkLst>
            <pc:docMk/>
            <pc:sldMk cId="2402312889" sldId="279"/>
            <ac:spMk id="3" creationId="{BE69F292-8EA4-1F0F-7594-2A00728755ED}"/>
          </ac:spMkLst>
        </pc:spChg>
        <pc:spChg chg="add mod">
          <ac:chgData name="Nate Rocks" userId="9139e2ceb00f3fb1" providerId="LiveId" clId="{859AD0D1-A73F-49AC-A4EB-511B3A8A25A2}" dt="2026-09-04T04:51:15.850" v="1538" actId="20577"/>
          <ac:spMkLst>
            <pc:docMk/>
            <pc:sldMk cId="2402312889" sldId="279"/>
            <ac:spMk id="4" creationId="{435A73C5-0EB2-26E9-980A-1E036D8DF96A}"/>
          </ac:spMkLst>
        </pc:spChg>
        <pc:spChg chg="add del mod">
          <ac:chgData name="Nate Rocks" userId="9139e2ceb00f3fb1" providerId="LiveId" clId="{859AD0D1-A73F-49AC-A4EB-511B3A8A25A2}" dt="2026-09-07T19:03:14.903" v="2241" actId="478"/>
          <ac:spMkLst>
            <pc:docMk/>
            <pc:sldMk cId="2402312889" sldId="279"/>
            <ac:spMk id="6" creationId="{93D77735-68F0-DD8C-F8C0-BF22E17BAC5C}"/>
          </ac:spMkLst>
        </pc:spChg>
        <pc:spChg chg="ord">
          <ac:chgData name="Nate Rocks" userId="9139e2ceb00f3fb1" providerId="LiveId" clId="{859AD0D1-A73F-49AC-A4EB-511B3A8A25A2}" dt="2026-09-04T05:01:58.590" v="1611" actId="171"/>
          <ac:spMkLst>
            <pc:docMk/>
            <pc:sldMk cId="2402312889" sldId="279"/>
            <ac:spMk id="7" creationId="{07E156D9-6BDC-D405-4AD5-2EEB5C39D485}"/>
          </ac:spMkLst>
        </pc:spChg>
        <pc:spChg chg="mod">
          <ac:chgData name="Nate Rocks" userId="9139e2ceb00f3fb1" providerId="LiveId" clId="{859AD0D1-A73F-49AC-A4EB-511B3A8A25A2}" dt="2026-09-04T18:32:06.110" v="1775" actId="13926"/>
          <ac:spMkLst>
            <pc:docMk/>
            <pc:sldMk cId="2402312889" sldId="279"/>
            <ac:spMk id="8" creationId="{87B0A7EE-FBD9-5765-9860-0ED117462262}"/>
          </ac:spMkLst>
        </pc:spChg>
        <pc:spChg chg="mod">
          <ac:chgData name="Nate Rocks" userId="9139e2ceb00f3fb1" providerId="LiveId" clId="{859AD0D1-A73F-49AC-A4EB-511B3A8A25A2}" dt="2026-09-04T04:50:34.762" v="1513" actId="113"/>
          <ac:spMkLst>
            <pc:docMk/>
            <pc:sldMk cId="2402312889" sldId="279"/>
            <ac:spMk id="10" creationId="{4F811396-5524-CE6E-E57D-6349C3D37437}"/>
          </ac:spMkLst>
        </pc:spChg>
        <pc:spChg chg="add del mod">
          <ac:chgData name="Nate Rocks" userId="9139e2ceb00f3fb1" providerId="LiveId" clId="{859AD0D1-A73F-49AC-A4EB-511B3A8A25A2}" dt="2026-09-07T19:03:14.903" v="2241" actId="478"/>
          <ac:spMkLst>
            <pc:docMk/>
            <pc:sldMk cId="2402312889" sldId="279"/>
            <ac:spMk id="12" creationId="{65734212-C962-929E-4195-FA35B4FBBBBA}"/>
          </ac:spMkLst>
        </pc:spChg>
        <pc:spChg chg="add mod">
          <ac:chgData name="Nate Rocks" userId="9139e2ceb00f3fb1" providerId="LiveId" clId="{859AD0D1-A73F-49AC-A4EB-511B3A8A25A2}" dt="2026-09-07T18:57:20.008" v="2193" actId="1076"/>
          <ac:spMkLst>
            <pc:docMk/>
            <pc:sldMk cId="2402312889" sldId="279"/>
            <ac:spMk id="14" creationId="{9B58BF9F-ADD0-5897-114E-57590B861376}"/>
          </ac:spMkLst>
        </pc:spChg>
        <pc:spChg chg="add mod">
          <ac:chgData name="Nate Rocks" userId="9139e2ceb00f3fb1" providerId="LiveId" clId="{859AD0D1-A73F-49AC-A4EB-511B3A8A25A2}" dt="2026-09-07T18:57:16.255" v="2192" actId="1076"/>
          <ac:spMkLst>
            <pc:docMk/>
            <pc:sldMk cId="2402312889" sldId="279"/>
            <ac:spMk id="16" creationId="{732AAE4C-8EF7-1362-8549-F9C6EAC995C9}"/>
          </ac:spMkLst>
        </pc:spChg>
        <pc:spChg chg="add mod">
          <ac:chgData name="Nate Rocks" userId="9139e2ceb00f3fb1" providerId="LiveId" clId="{859AD0D1-A73F-49AC-A4EB-511B3A8A25A2}" dt="2026-09-07T18:57:12.216" v="2191" actId="1076"/>
          <ac:spMkLst>
            <pc:docMk/>
            <pc:sldMk cId="2402312889" sldId="279"/>
            <ac:spMk id="19" creationId="{44917088-9F92-583F-03FA-2E660A84D89C}"/>
          </ac:spMkLst>
        </pc:spChg>
        <pc:spChg chg="add del">
          <ac:chgData name="Nate Rocks" userId="9139e2ceb00f3fb1" providerId="LiveId" clId="{859AD0D1-A73F-49AC-A4EB-511B3A8A25A2}" dt="2026-09-07T19:02:17.096" v="2237" actId="22"/>
          <ac:spMkLst>
            <pc:docMk/>
            <pc:sldMk cId="2402312889" sldId="279"/>
            <ac:spMk id="22" creationId="{DBC91578-C588-425B-04E2-4FD102C161A5}"/>
          </ac:spMkLst>
        </pc:spChg>
        <pc:spChg chg="add del">
          <ac:chgData name="Nate Rocks" userId="9139e2ceb00f3fb1" providerId="LiveId" clId="{859AD0D1-A73F-49AC-A4EB-511B3A8A25A2}" dt="2026-09-07T19:02:17.096" v="2237" actId="22"/>
          <ac:spMkLst>
            <pc:docMk/>
            <pc:sldMk cId="2402312889" sldId="279"/>
            <ac:spMk id="25" creationId="{A4CB2B58-CBC4-02B8-1F18-F787E20FAD4B}"/>
          </ac:spMkLst>
        </pc:spChg>
        <pc:spChg chg="add mod">
          <ac:chgData name="Nate Rocks" userId="9139e2ceb00f3fb1" providerId="LiveId" clId="{859AD0D1-A73F-49AC-A4EB-511B3A8A25A2}" dt="2026-09-07T19:03:05.018" v="2239" actId="1076"/>
          <ac:spMkLst>
            <pc:docMk/>
            <pc:sldMk cId="2402312889" sldId="279"/>
            <ac:spMk id="27" creationId="{59C13323-E9A3-CED9-BAC7-6A4BA2687AAD}"/>
          </ac:spMkLst>
        </pc:spChg>
        <pc:spChg chg="add mod">
          <ac:chgData name="Nate Rocks" userId="9139e2ceb00f3fb1" providerId="LiveId" clId="{859AD0D1-A73F-49AC-A4EB-511B3A8A25A2}" dt="2026-09-07T19:03:09.721" v="2240" actId="1076"/>
          <ac:spMkLst>
            <pc:docMk/>
            <pc:sldMk cId="2402312889" sldId="279"/>
            <ac:spMk id="30" creationId="{5D54BFE5-3474-0B83-65DA-283164500049}"/>
          </ac:spMkLst>
        </pc:spChg>
        <pc:spChg chg="add ord">
          <ac:chgData name="Nate Rocks" userId="9139e2ceb00f3fb1" providerId="LiveId" clId="{859AD0D1-A73F-49AC-A4EB-511B3A8A25A2}" dt="2026-09-04T18:17:15.695" v="1623" actId="167"/>
          <ac:spMkLst>
            <pc:docMk/>
            <pc:sldMk cId="2402312889" sldId="279"/>
            <ac:spMk id="57" creationId="{E9E095D7-DD37-AA5F-2A72-0C709070E1C8}"/>
          </ac:spMkLst>
        </pc:spChg>
        <pc:picChg chg="ord">
          <ac:chgData name="Nate Rocks" userId="9139e2ceb00f3fb1" providerId="LiveId" clId="{859AD0D1-A73F-49AC-A4EB-511B3A8A25A2}" dt="2026-09-04T05:01:51.158" v="1609" actId="166"/>
          <ac:picMkLst>
            <pc:docMk/>
            <pc:sldMk cId="2402312889" sldId="279"/>
            <ac:picMk id="18" creationId="{4201A5F9-8F81-225E-92F1-B26D8466620C}"/>
          </ac:picMkLst>
        </pc:picChg>
        <pc:picChg chg="add">
          <ac:chgData name="Nate Rocks" userId="9139e2ceb00f3fb1" providerId="LiveId" clId="{859AD0D1-A73F-49AC-A4EB-511B3A8A25A2}" dt="2026-09-04T18:19:39.353" v="1646" actId="22"/>
          <ac:picMkLst>
            <pc:docMk/>
            <pc:sldMk cId="2402312889" sldId="279"/>
            <ac:picMk id="59" creationId="{B4E13ACE-06EA-4138-39D7-ACE0F51D60DC}"/>
          </ac:picMkLst>
        </pc:picChg>
        <pc:picChg chg="add">
          <ac:chgData name="Nate Rocks" userId="9139e2ceb00f3fb1" providerId="LiveId" clId="{859AD0D1-A73F-49AC-A4EB-511B3A8A25A2}" dt="2026-09-04T18:19:39.353" v="1646" actId="22"/>
          <ac:picMkLst>
            <pc:docMk/>
            <pc:sldMk cId="2402312889" sldId="279"/>
            <ac:picMk id="61" creationId="{E561C2C7-C785-BA63-89F4-CCA25C42A612}"/>
          </ac:picMkLst>
        </pc:picChg>
        <pc:picChg chg="add">
          <ac:chgData name="Nate Rocks" userId="9139e2ceb00f3fb1" providerId="LiveId" clId="{859AD0D1-A73F-49AC-A4EB-511B3A8A25A2}" dt="2026-09-04T18:19:39.353" v="1646" actId="22"/>
          <ac:picMkLst>
            <pc:docMk/>
            <pc:sldMk cId="2402312889" sldId="279"/>
            <ac:picMk id="63" creationId="{80403BA1-B370-3C79-64E9-A8B83CEEC444}"/>
          </ac:picMkLst>
        </pc:picChg>
        <pc:picChg chg="add mod">
          <ac:chgData name="Nate Rocks" userId="9139e2ceb00f3fb1" providerId="LiveId" clId="{859AD0D1-A73F-49AC-A4EB-511B3A8A25A2}" dt="2026-09-04T18:21:04.359" v="1662" actId="688"/>
          <ac:picMkLst>
            <pc:docMk/>
            <pc:sldMk cId="2402312889" sldId="279"/>
            <ac:picMk id="81" creationId="{2496B806-9C1F-4FDD-F6BD-E656D5D0280D}"/>
          </ac:picMkLst>
        </pc:picChg>
        <pc:picChg chg="add mod">
          <ac:chgData name="Nate Rocks" userId="9139e2ceb00f3fb1" providerId="LiveId" clId="{859AD0D1-A73F-49AC-A4EB-511B3A8A25A2}" dt="2026-09-04T18:21:41.686" v="1664" actId="196"/>
          <ac:picMkLst>
            <pc:docMk/>
            <pc:sldMk cId="2402312889" sldId="279"/>
            <ac:picMk id="83" creationId="{9EE6DE86-BCE4-9542-A606-1399A45CAB2C}"/>
          </ac:picMkLst>
        </pc:picChg>
        <pc:cxnChg chg="mod">
          <ac:chgData name="Nate Rocks" userId="9139e2ceb00f3fb1" providerId="LiveId" clId="{859AD0D1-A73F-49AC-A4EB-511B3A8A25A2}" dt="2026-09-04T18:20:27.636" v="1658" actId="1076"/>
          <ac:cxnSpMkLst>
            <pc:docMk/>
            <pc:sldMk cId="2402312889" sldId="279"/>
            <ac:cxnSpMk id="20" creationId="{7E8619E7-BC00-B475-04E5-1AFC4EFE1143}"/>
          </ac:cxnSpMkLst>
        </pc:cxnChg>
        <pc:cxnChg chg="mod">
          <ac:chgData name="Nate Rocks" userId="9139e2ceb00f3fb1" providerId="LiveId" clId="{859AD0D1-A73F-49AC-A4EB-511B3A8A25A2}" dt="2026-09-04T18:20:27.636" v="1658" actId="1076"/>
          <ac:cxnSpMkLst>
            <pc:docMk/>
            <pc:sldMk cId="2402312889" sldId="279"/>
            <ac:cxnSpMk id="23" creationId="{BF78A330-F22F-1998-AF93-F9AF4ECA0965}"/>
          </ac:cxnSpMkLst>
        </pc:cxnChg>
        <pc:cxnChg chg="mod">
          <ac:chgData name="Nate Rocks" userId="9139e2ceb00f3fb1" providerId="LiveId" clId="{859AD0D1-A73F-49AC-A4EB-511B3A8A25A2}" dt="2026-09-04T18:20:27.636" v="1658" actId="1076"/>
          <ac:cxnSpMkLst>
            <pc:docMk/>
            <pc:sldMk cId="2402312889" sldId="279"/>
            <ac:cxnSpMk id="28" creationId="{5D5CEDF5-E538-76F1-3B31-F4D416EE6639}"/>
          </ac:cxnSpMkLst>
        </pc:cxnChg>
        <pc:cxnChg chg="mod">
          <ac:chgData name="Nate Rocks" userId="9139e2ceb00f3fb1" providerId="LiveId" clId="{859AD0D1-A73F-49AC-A4EB-511B3A8A25A2}" dt="2026-09-04T18:20:27.636" v="1658" actId="1076"/>
          <ac:cxnSpMkLst>
            <pc:docMk/>
            <pc:sldMk cId="2402312889" sldId="279"/>
            <ac:cxnSpMk id="32" creationId="{A9086D9D-EA09-2146-3349-83857AF68265}"/>
          </ac:cxnSpMkLst>
        </pc:cxnChg>
      </pc:sldChg>
      <pc:sldChg chg="addSp delSp modSp add mod ord modTransition">
        <pc:chgData name="Nate Rocks" userId="9139e2ceb00f3fb1" providerId="LiveId" clId="{859AD0D1-A73F-49AC-A4EB-511B3A8A25A2}" dt="2026-09-07T18:57:41.066" v="2200" actId="1076"/>
        <pc:sldMkLst>
          <pc:docMk/>
          <pc:sldMk cId="3391791498" sldId="280"/>
        </pc:sldMkLst>
        <pc:spChg chg="mod topLvl">
          <ac:chgData name="Nate Rocks" userId="9139e2ceb00f3fb1" providerId="LiveId" clId="{859AD0D1-A73F-49AC-A4EB-511B3A8A25A2}" dt="2026-09-04T04:58:46.573" v="1588" actId="165"/>
          <ac:spMkLst>
            <pc:docMk/>
            <pc:sldMk cId="3391791498" sldId="280"/>
            <ac:spMk id="2" creationId="{91DB35CE-A683-4AF9-E19D-474BEFA0663B}"/>
          </ac:spMkLst>
        </pc:spChg>
        <pc:spChg chg="mod">
          <ac:chgData name="Nate Rocks" userId="9139e2ceb00f3fb1" providerId="LiveId" clId="{859AD0D1-A73F-49AC-A4EB-511B3A8A25A2}" dt="2026-09-04T18:33:10.835" v="1777" actId="1076"/>
          <ac:spMkLst>
            <pc:docMk/>
            <pc:sldMk cId="3391791498" sldId="280"/>
            <ac:spMk id="4" creationId="{2477280D-2EB8-5E6B-2E5B-D9BCFBA9563C}"/>
          </ac:spMkLst>
        </pc:spChg>
        <pc:spChg chg="add mod">
          <ac:chgData name="Nate Rocks" userId="9139e2ceb00f3fb1" providerId="LiveId" clId="{859AD0D1-A73F-49AC-A4EB-511B3A8A25A2}" dt="2026-09-07T18:56:55.145" v="2187" actId="1076"/>
          <ac:spMkLst>
            <pc:docMk/>
            <pc:sldMk cId="3391791498" sldId="280"/>
            <ac:spMk id="5" creationId="{920B8CB6-FF1F-E43E-30C2-5C3178617BE0}"/>
          </ac:spMkLst>
        </pc:spChg>
        <pc:spChg chg="add mod">
          <ac:chgData name="Nate Rocks" userId="9139e2ceb00f3fb1" providerId="LiveId" clId="{859AD0D1-A73F-49AC-A4EB-511B3A8A25A2}" dt="2026-09-07T18:56:55.145" v="2187" actId="1076"/>
          <ac:spMkLst>
            <pc:docMk/>
            <pc:sldMk cId="3391791498" sldId="280"/>
            <ac:spMk id="7" creationId="{7421F050-799F-D00D-5FBC-B3041A395DD4}"/>
          </ac:spMkLst>
        </pc:spChg>
        <pc:spChg chg="mod">
          <ac:chgData name="Nate Rocks" userId="9139e2ceb00f3fb1" providerId="LiveId" clId="{859AD0D1-A73F-49AC-A4EB-511B3A8A25A2}" dt="2026-09-04T18:22:35.046" v="1670"/>
          <ac:spMkLst>
            <pc:docMk/>
            <pc:sldMk cId="3391791498" sldId="280"/>
            <ac:spMk id="8" creationId="{7251C638-BDD5-17D0-F5E6-AC9BEAC01D23}"/>
          </ac:spMkLst>
        </pc:spChg>
        <pc:spChg chg="mod">
          <ac:chgData name="Nate Rocks" userId="9139e2ceb00f3fb1" providerId="LiveId" clId="{859AD0D1-A73F-49AC-A4EB-511B3A8A25A2}" dt="2026-09-04T18:33:08.584" v="1776" actId="1076"/>
          <ac:spMkLst>
            <pc:docMk/>
            <pc:sldMk cId="3391791498" sldId="280"/>
            <ac:spMk id="10" creationId="{0B129F57-DCB8-3C2D-17CD-366E32822464}"/>
          </ac:spMkLst>
        </pc:spChg>
        <pc:spChg chg="add mod">
          <ac:chgData name="Nate Rocks" userId="9139e2ceb00f3fb1" providerId="LiveId" clId="{859AD0D1-A73F-49AC-A4EB-511B3A8A25A2}" dt="2026-09-07T18:56:55.145" v="2187" actId="1076"/>
          <ac:spMkLst>
            <pc:docMk/>
            <pc:sldMk cId="3391791498" sldId="280"/>
            <ac:spMk id="13" creationId="{82EB98D2-08A6-D670-664C-939D34E74CF7}"/>
          </ac:spMkLst>
        </pc:spChg>
        <pc:spChg chg="add mod">
          <ac:chgData name="Nate Rocks" userId="9139e2ceb00f3fb1" providerId="LiveId" clId="{859AD0D1-A73F-49AC-A4EB-511B3A8A25A2}" dt="2026-09-07T18:56:55.145" v="2187" actId="1076"/>
          <ac:spMkLst>
            <pc:docMk/>
            <pc:sldMk cId="3391791498" sldId="280"/>
            <ac:spMk id="18" creationId="{04F4C617-3CBD-BF50-2A81-EF4CCBCB7C56}"/>
          </ac:spMkLst>
        </pc:spChg>
        <pc:spChg chg="add mod">
          <ac:chgData name="Nate Rocks" userId="9139e2ceb00f3fb1" providerId="LiveId" clId="{859AD0D1-A73F-49AC-A4EB-511B3A8A25A2}" dt="2026-09-07T18:57:41.066" v="2200" actId="1076"/>
          <ac:spMkLst>
            <pc:docMk/>
            <pc:sldMk cId="3391791498" sldId="280"/>
            <ac:spMk id="22" creationId="{272E46F2-FAA2-9678-C747-9C39C6E592F4}"/>
          </ac:spMkLst>
        </pc:spChg>
        <pc:spChg chg="add mod">
          <ac:chgData name="Nate Rocks" userId="9139e2ceb00f3fb1" providerId="LiveId" clId="{859AD0D1-A73F-49AC-A4EB-511B3A8A25A2}" dt="2026-09-07T18:57:37.422" v="2199" actId="1076"/>
          <ac:spMkLst>
            <pc:docMk/>
            <pc:sldMk cId="3391791498" sldId="280"/>
            <ac:spMk id="25" creationId="{F22F204E-3B8F-985B-B75E-EC7426B391D8}"/>
          </ac:spMkLst>
        </pc:spChg>
        <pc:spChg chg="add mod">
          <ac:chgData name="Nate Rocks" userId="9139e2ceb00f3fb1" providerId="LiveId" clId="{859AD0D1-A73F-49AC-A4EB-511B3A8A25A2}" dt="2026-09-07T18:57:34.758" v="2198" actId="1076"/>
          <ac:spMkLst>
            <pc:docMk/>
            <pc:sldMk cId="3391791498" sldId="280"/>
            <ac:spMk id="29" creationId="{3E5B75E3-5FB5-A4C9-A2F2-93501FB5808E}"/>
          </ac:spMkLst>
        </pc:spChg>
        <pc:spChg chg="add mod">
          <ac:chgData name="Nate Rocks" userId="9139e2ceb00f3fb1" providerId="LiveId" clId="{859AD0D1-A73F-49AC-A4EB-511B3A8A25A2}" dt="2026-09-07T18:57:31.745" v="2197" actId="1076"/>
          <ac:spMkLst>
            <pc:docMk/>
            <pc:sldMk cId="3391791498" sldId="280"/>
            <ac:spMk id="31" creationId="{A91F5CC9-E0BD-82C6-4B4E-8C447A0338E5}"/>
          </ac:spMkLst>
        </pc:spChg>
        <pc:spChg chg="add ord">
          <ac:chgData name="Nate Rocks" userId="9139e2ceb00f3fb1" providerId="LiveId" clId="{859AD0D1-A73F-49AC-A4EB-511B3A8A25A2}" dt="2026-09-04T18:17:23.699" v="1626" actId="167"/>
          <ac:spMkLst>
            <pc:docMk/>
            <pc:sldMk cId="3391791498" sldId="280"/>
            <ac:spMk id="37" creationId="{91FF8A6B-01B7-94A5-8E37-82ABE715B1B6}"/>
          </ac:spMkLst>
        </pc:spChg>
        <pc:spChg chg="add mod">
          <ac:chgData name="Nate Rocks" userId="9139e2ceb00f3fb1" providerId="LiveId" clId="{859AD0D1-A73F-49AC-A4EB-511B3A8A25A2}" dt="2026-09-04T18:19:01.695" v="1642" actId="1076"/>
          <ac:spMkLst>
            <pc:docMk/>
            <pc:sldMk cId="3391791498" sldId="280"/>
            <ac:spMk id="41" creationId="{F47518FB-DB3E-F47C-D947-C0AFBC6BB2BD}"/>
          </ac:spMkLst>
        </pc:spChg>
        <pc:picChg chg="add mod topLvl">
          <ac:chgData name="Nate Rocks" userId="9139e2ceb00f3fb1" providerId="LiveId" clId="{859AD0D1-A73F-49AC-A4EB-511B3A8A25A2}" dt="2026-09-04T18:18:12.428" v="1631" actId="165"/>
          <ac:picMkLst>
            <pc:docMk/>
            <pc:sldMk cId="3391791498" sldId="280"/>
            <ac:picMk id="12" creationId="{B5A6C803-6436-9BD1-FC0C-7D71945ACE4B}"/>
          </ac:picMkLst>
        </pc:picChg>
        <pc:picChg chg="mod topLvl">
          <ac:chgData name="Nate Rocks" userId="9139e2ceb00f3fb1" providerId="LiveId" clId="{859AD0D1-A73F-49AC-A4EB-511B3A8A25A2}" dt="2026-09-04T18:18:12.428" v="1631" actId="165"/>
          <ac:picMkLst>
            <pc:docMk/>
            <pc:sldMk cId="3391791498" sldId="280"/>
            <ac:picMk id="14" creationId="{6902230B-1FA6-6BF7-87B4-A385F3F7FB4D}"/>
          </ac:picMkLst>
        </pc:picChg>
        <pc:picChg chg="add mod ord topLvl">
          <ac:chgData name="Nate Rocks" userId="9139e2ceb00f3fb1" providerId="LiveId" clId="{859AD0D1-A73F-49AC-A4EB-511B3A8A25A2}" dt="2026-09-04T18:21:35.011" v="1663" actId="196"/>
          <ac:picMkLst>
            <pc:docMk/>
            <pc:sldMk cId="3391791498" sldId="280"/>
            <ac:picMk id="16" creationId="{F8691B0C-2146-5555-D4EB-C17E55CA5CBB}"/>
          </ac:picMkLst>
        </pc:picChg>
        <pc:picChg chg="mod topLvl">
          <ac:chgData name="Nate Rocks" userId="9139e2ceb00f3fb1" providerId="LiveId" clId="{859AD0D1-A73F-49AC-A4EB-511B3A8A25A2}" dt="2026-09-04T18:18:12.428" v="1631" actId="165"/>
          <ac:picMkLst>
            <pc:docMk/>
            <pc:sldMk cId="3391791498" sldId="280"/>
            <ac:picMk id="17" creationId="{CD61938E-F91D-CB69-DA96-96D64C76883C}"/>
          </ac:picMkLst>
        </pc:picChg>
        <pc:picChg chg="add mod topLvl">
          <ac:chgData name="Nate Rocks" userId="9139e2ceb00f3fb1" providerId="LiveId" clId="{859AD0D1-A73F-49AC-A4EB-511B3A8A25A2}" dt="2026-09-04T18:18:12.428" v="1631" actId="165"/>
          <ac:picMkLst>
            <pc:docMk/>
            <pc:sldMk cId="3391791498" sldId="280"/>
            <ac:picMk id="21" creationId="{062D8BE4-64E2-1C59-763F-721DE2FF3E1F}"/>
          </ac:picMkLst>
        </pc:picChg>
        <pc:picChg chg="mod topLvl">
          <ac:chgData name="Nate Rocks" userId="9139e2ceb00f3fb1" providerId="LiveId" clId="{859AD0D1-A73F-49AC-A4EB-511B3A8A25A2}" dt="2026-09-04T18:18:12.428" v="1631" actId="165"/>
          <ac:picMkLst>
            <pc:docMk/>
            <pc:sldMk cId="3391791498" sldId="280"/>
            <ac:picMk id="26" creationId="{739A9CC3-B400-A476-8E85-795ACCE833F0}"/>
          </ac:picMkLst>
        </pc:picChg>
        <pc:cxnChg chg="mod">
          <ac:chgData name="Nate Rocks" userId="9139e2ceb00f3fb1" providerId="LiveId" clId="{859AD0D1-A73F-49AC-A4EB-511B3A8A25A2}" dt="2026-09-04T18:21:58.813" v="1667" actId="14100"/>
          <ac:cxnSpMkLst>
            <pc:docMk/>
            <pc:sldMk cId="3391791498" sldId="280"/>
            <ac:cxnSpMk id="9" creationId="{DA0B7D1B-285B-CF5A-EACA-C3305D6B7BF3}"/>
          </ac:cxnSpMkLst>
        </pc:cxnChg>
        <pc:cxnChg chg="mod">
          <ac:chgData name="Nate Rocks" userId="9139e2ceb00f3fb1" providerId="LiveId" clId="{859AD0D1-A73F-49AC-A4EB-511B3A8A25A2}" dt="2026-09-04T04:58:45.539" v="1587" actId="1076"/>
          <ac:cxnSpMkLst>
            <pc:docMk/>
            <pc:sldMk cId="3391791498" sldId="280"/>
            <ac:cxnSpMk id="20" creationId="{40DA2EBE-878A-B71A-46F4-2A28ACD803B8}"/>
          </ac:cxnSpMkLst>
        </pc:cxnChg>
        <pc:cxnChg chg="mod">
          <ac:chgData name="Nate Rocks" userId="9139e2ceb00f3fb1" providerId="LiveId" clId="{859AD0D1-A73F-49AC-A4EB-511B3A8A25A2}" dt="2026-09-04T04:58:45.539" v="1587" actId="1076"/>
          <ac:cxnSpMkLst>
            <pc:docMk/>
            <pc:sldMk cId="3391791498" sldId="280"/>
            <ac:cxnSpMk id="23" creationId="{A5EE47AB-6684-AADA-436D-E9BE7B23BC5A}"/>
          </ac:cxnSpMkLst>
        </pc:cxnChg>
        <pc:cxnChg chg="mod">
          <ac:chgData name="Nate Rocks" userId="9139e2ceb00f3fb1" providerId="LiveId" clId="{859AD0D1-A73F-49AC-A4EB-511B3A8A25A2}" dt="2026-09-04T04:58:45.539" v="1587" actId="1076"/>
          <ac:cxnSpMkLst>
            <pc:docMk/>
            <pc:sldMk cId="3391791498" sldId="280"/>
            <ac:cxnSpMk id="28" creationId="{DC5190D2-B5D9-E1E5-D9FB-1F3EA40BDA2C}"/>
          </ac:cxnSpMkLst>
        </pc:cxnChg>
        <pc:cxnChg chg="mod">
          <ac:chgData name="Nate Rocks" userId="9139e2ceb00f3fb1" providerId="LiveId" clId="{859AD0D1-A73F-49AC-A4EB-511B3A8A25A2}" dt="2026-09-04T04:58:45.539" v="1587" actId="1076"/>
          <ac:cxnSpMkLst>
            <pc:docMk/>
            <pc:sldMk cId="3391791498" sldId="280"/>
            <ac:cxnSpMk id="32" creationId="{A5B77CCA-9F07-EC50-D8AD-04A7129C9006}"/>
          </ac:cxnSpMkLst>
        </pc:cxnChg>
      </pc:sldChg>
      <pc:sldChg chg="addSp delSp modSp add mod ord modTransition">
        <pc:chgData name="Nate Rocks" userId="9139e2ceb00f3fb1" providerId="LiveId" clId="{859AD0D1-A73F-49AC-A4EB-511B3A8A25A2}" dt="2026-09-07T18:58:20.288" v="2212" actId="1076"/>
        <pc:sldMkLst>
          <pc:docMk/>
          <pc:sldMk cId="2700424492" sldId="281"/>
        </pc:sldMkLst>
        <pc:spChg chg="mod">
          <ac:chgData name="Nate Rocks" userId="9139e2ceb00f3fb1" providerId="LiveId" clId="{859AD0D1-A73F-49AC-A4EB-511B3A8A25A2}" dt="2026-09-04T18:25:31.472" v="1715" actId="1076"/>
          <ac:spMkLst>
            <pc:docMk/>
            <pc:sldMk cId="2700424492" sldId="281"/>
            <ac:spMk id="2" creationId="{3A64FE0B-C92B-CED3-AE69-849269070874}"/>
          </ac:spMkLst>
        </pc:spChg>
        <pc:spChg chg="mod">
          <ac:chgData name="Nate Rocks" userId="9139e2ceb00f3fb1" providerId="LiveId" clId="{859AD0D1-A73F-49AC-A4EB-511B3A8A25A2}" dt="2026-09-04T18:33:19.617" v="1780" actId="1076"/>
          <ac:spMkLst>
            <pc:docMk/>
            <pc:sldMk cId="2700424492" sldId="281"/>
            <ac:spMk id="4" creationId="{CEC9A81F-D685-011F-1F4B-E726A65F6F80}"/>
          </ac:spMkLst>
        </pc:spChg>
        <pc:spChg chg="add mod">
          <ac:chgData name="Nate Rocks" userId="9139e2ceb00f3fb1" providerId="LiveId" clId="{859AD0D1-A73F-49AC-A4EB-511B3A8A25A2}" dt="2026-09-07T18:57:25.529" v="2195" actId="1076"/>
          <ac:spMkLst>
            <pc:docMk/>
            <pc:sldMk cId="2700424492" sldId="281"/>
            <ac:spMk id="5" creationId="{31142FDE-B0A8-3E48-7234-35B8B4867335}"/>
          </ac:spMkLst>
        </pc:spChg>
        <pc:spChg chg="add mod">
          <ac:chgData name="Nate Rocks" userId="9139e2ceb00f3fb1" providerId="LiveId" clId="{859AD0D1-A73F-49AC-A4EB-511B3A8A25A2}" dt="2026-09-07T18:57:25.529" v="2195" actId="1076"/>
          <ac:spMkLst>
            <pc:docMk/>
            <pc:sldMk cId="2700424492" sldId="281"/>
            <ac:spMk id="7" creationId="{073DB981-7E10-8473-DBA5-2E4539FC0ED8}"/>
          </ac:spMkLst>
        </pc:spChg>
        <pc:spChg chg="mod">
          <ac:chgData name="Nate Rocks" userId="9139e2ceb00f3fb1" providerId="LiveId" clId="{859AD0D1-A73F-49AC-A4EB-511B3A8A25A2}" dt="2026-09-04T18:27:07.640" v="1735"/>
          <ac:spMkLst>
            <pc:docMk/>
            <pc:sldMk cId="2700424492" sldId="281"/>
            <ac:spMk id="8" creationId="{070021A8-26EB-010A-2846-D7B7974839D5}"/>
          </ac:spMkLst>
        </pc:spChg>
        <pc:spChg chg="mod">
          <ac:chgData name="Nate Rocks" userId="9139e2ceb00f3fb1" providerId="LiveId" clId="{859AD0D1-A73F-49AC-A4EB-511B3A8A25A2}" dt="2026-09-04T18:33:19.617" v="1780" actId="1076"/>
          <ac:spMkLst>
            <pc:docMk/>
            <pc:sldMk cId="2700424492" sldId="281"/>
            <ac:spMk id="10" creationId="{AC3FF04F-CDED-535C-4509-ABA2771798BF}"/>
          </ac:spMkLst>
        </pc:spChg>
        <pc:spChg chg="add mod">
          <ac:chgData name="Nate Rocks" userId="9139e2ceb00f3fb1" providerId="LiveId" clId="{859AD0D1-A73F-49AC-A4EB-511B3A8A25A2}" dt="2026-09-07T18:57:25.529" v="2195" actId="1076"/>
          <ac:spMkLst>
            <pc:docMk/>
            <pc:sldMk cId="2700424492" sldId="281"/>
            <ac:spMk id="12" creationId="{8F8D22E1-58C6-215A-E760-41CE23E6C77B}"/>
          </ac:spMkLst>
        </pc:spChg>
        <pc:spChg chg="add mod">
          <ac:chgData name="Nate Rocks" userId="9139e2ceb00f3fb1" providerId="LiveId" clId="{859AD0D1-A73F-49AC-A4EB-511B3A8A25A2}" dt="2026-09-04T18:33:19.617" v="1780" actId="1076"/>
          <ac:spMkLst>
            <pc:docMk/>
            <pc:sldMk cId="2700424492" sldId="281"/>
            <ac:spMk id="13" creationId="{B9780794-E3F5-62BA-C64B-62CB4C53A8A7}"/>
          </ac:spMkLst>
        </pc:spChg>
        <pc:spChg chg="add del mod">
          <ac:chgData name="Nate Rocks" userId="9139e2ceb00f3fb1" providerId="LiveId" clId="{859AD0D1-A73F-49AC-A4EB-511B3A8A25A2}" dt="2026-09-07T18:57:50.566" v="2204" actId="22"/>
          <ac:spMkLst>
            <pc:docMk/>
            <pc:sldMk cId="2700424492" sldId="281"/>
            <ac:spMk id="15" creationId="{A1D6D725-503C-68D4-9C36-4F713AB7B519}"/>
          </ac:spMkLst>
        </pc:spChg>
        <pc:spChg chg="add del mod">
          <ac:chgData name="Nate Rocks" userId="9139e2ceb00f3fb1" providerId="LiveId" clId="{859AD0D1-A73F-49AC-A4EB-511B3A8A25A2}" dt="2026-09-07T18:57:50.566" v="2204" actId="22"/>
          <ac:spMkLst>
            <pc:docMk/>
            <pc:sldMk cId="2700424492" sldId="281"/>
            <ac:spMk id="18" creationId="{DFB433F9-1645-CA9A-0F76-183BF37209F2}"/>
          </ac:spMkLst>
        </pc:spChg>
        <pc:spChg chg="add del mod">
          <ac:chgData name="Nate Rocks" userId="9139e2ceb00f3fb1" providerId="LiveId" clId="{859AD0D1-A73F-49AC-A4EB-511B3A8A25A2}" dt="2026-09-07T18:57:50.566" v="2204" actId="22"/>
          <ac:spMkLst>
            <pc:docMk/>
            <pc:sldMk cId="2700424492" sldId="281"/>
            <ac:spMk id="22" creationId="{3172E5B0-6829-9B82-8FFF-F40920E4184C}"/>
          </ac:spMkLst>
        </pc:spChg>
        <pc:spChg chg="add del mod">
          <ac:chgData name="Nate Rocks" userId="9139e2ceb00f3fb1" providerId="LiveId" clId="{859AD0D1-A73F-49AC-A4EB-511B3A8A25A2}" dt="2026-09-07T18:57:50.566" v="2204" actId="22"/>
          <ac:spMkLst>
            <pc:docMk/>
            <pc:sldMk cId="2700424492" sldId="281"/>
            <ac:spMk id="25" creationId="{4DC0B03B-9D2E-7AA9-9A23-7F9AC31B43C1}"/>
          </ac:spMkLst>
        </pc:spChg>
        <pc:spChg chg="mod topLvl">
          <ac:chgData name="Nate Rocks" userId="9139e2ceb00f3fb1" providerId="LiveId" clId="{859AD0D1-A73F-49AC-A4EB-511B3A8A25A2}" dt="2026-09-07T18:58:17.532" v="2211" actId="1076"/>
          <ac:spMkLst>
            <pc:docMk/>
            <pc:sldMk cId="2700424492" sldId="281"/>
            <ac:spMk id="27" creationId="{9B3C0583-C961-E2E7-CAD3-C2F256D089B9}"/>
          </ac:spMkLst>
        </pc:spChg>
        <pc:spChg chg="mod topLvl">
          <ac:chgData name="Nate Rocks" userId="9139e2ceb00f3fb1" providerId="LiveId" clId="{859AD0D1-A73F-49AC-A4EB-511B3A8A25A2}" dt="2026-09-07T18:58:15.034" v="2210" actId="1076"/>
          <ac:spMkLst>
            <pc:docMk/>
            <pc:sldMk cId="2700424492" sldId="281"/>
            <ac:spMk id="29" creationId="{63EC5A0D-DA86-B22E-2AC4-AE85D78B5118}"/>
          </ac:spMkLst>
        </pc:spChg>
        <pc:spChg chg="mod topLvl">
          <ac:chgData name="Nate Rocks" userId="9139e2ceb00f3fb1" providerId="LiveId" clId="{859AD0D1-A73F-49AC-A4EB-511B3A8A25A2}" dt="2026-09-07T18:58:20.288" v="2212" actId="1076"/>
          <ac:spMkLst>
            <pc:docMk/>
            <pc:sldMk cId="2700424492" sldId="281"/>
            <ac:spMk id="30" creationId="{9F418273-BD1F-27E6-20C3-ADBEF4D4E9F8}"/>
          </ac:spMkLst>
        </pc:spChg>
        <pc:spChg chg="add mod">
          <ac:chgData name="Nate Rocks" userId="9139e2ceb00f3fb1" providerId="LiveId" clId="{859AD0D1-A73F-49AC-A4EB-511B3A8A25A2}" dt="2026-09-07T18:58:05.503" v="2208" actId="1076"/>
          <ac:spMkLst>
            <pc:docMk/>
            <pc:sldMk cId="2700424492" sldId="281"/>
            <ac:spMk id="31" creationId="{288DD8DA-C0DC-719B-47AF-805A040153D4}"/>
          </ac:spMkLst>
        </pc:spChg>
        <pc:spChg chg="mod">
          <ac:chgData name="Nate Rocks" userId="9139e2ceb00f3fb1" providerId="LiveId" clId="{859AD0D1-A73F-49AC-A4EB-511B3A8A25A2}" dt="2026-09-04T18:25:59.726" v="1723" actId="1076"/>
          <ac:spMkLst>
            <pc:docMk/>
            <pc:sldMk cId="2700424492" sldId="281"/>
            <ac:spMk id="41" creationId="{C65D4659-CA25-8BDA-19EE-05F7411410D3}"/>
          </ac:spMkLst>
        </pc:spChg>
        <pc:grpChg chg="add del mod">
          <ac:chgData name="Nate Rocks" userId="9139e2ceb00f3fb1" providerId="LiveId" clId="{859AD0D1-A73F-49AC-A4EB-511B3A8A25A2}" dt="2026-09-07T18:58:09.743" v="2209" actId="165"/>
          <ac:grpSpMkLst>
            <pc:docMk/>
            <pc:sldMk cId="2700424492" sldId="281"/>
            <ac:grpSpMk id="26" creationId="{A9AE7625-D770-A83E-CCD0-A1EEEFDF05D4}"/>
          </ac:grpSpMkLst>
        </pc:grpChg>
        <pc:picChg chg="mod">
          <ac:chgData name="Nate Rocks" userId="9139e2ceb00f3fb1" providerId="LiveId" clId="{859AD0D1-A73F-49AC-A4EB-511B3A8A25A2}" dt="2026-09-04T18:25:52.667" v="1719" actId="1076"/>
          <ac:picMkLst>
            <pc:docMk/>
            <pc:sldMk cId="2700424492" sldId="281"/>
            <ac:picMk id="16" creationId="{F9405C0C-F1EB-FA7E-DB03-2C23E0FB6957}"/>
          </ac:picMkLst>
        </pc:picChg>
        <pc:picChg chg="mod ord">
          <ac:chgData name="Nate Rocks" userId="9139e2ceb00f3fb1" providerId="LiveId" clId="{859AD0D1-A73F-49AC-A4EB-511B3A8A25A2}" dt="2026-09-04T18:26:30.077" v="1726" actId="1076"/>
          <ac:picMkLst>
            <pc:docMk/>
            <pc:sldMk cId="2700424492" sldId="281"/>
            <ac:picMk id="21" creationId="{8FEA390B-A20F-5EE8-10AF-70A722B9A00E}"/>
          </ac:picMkLst>
        </pc:picChg>
        <pc:cxnChg chg="mod">
          <ac:chgData name="Nate Rocks" userId="9139e2ceb00f3fb1" providerId="LiveId" clId="{859AD0D1-A73F-49AC-A4EB-511B3A8A25A2}" dt="2026-09-04T18:26:59.415" v="1732" actId="14100"/>
          <ac:cxnSpMkLst>
            <pc:docMk/>
            <pc:sldMk cId="2700424492" sldId="281"/>
            <ac:cxnSpMk id="9" creationId="{C282FFA1-40A3-A83D-D328-CF5E74F92932}"/>
          </ac:cxnSpMkLst>
        </pc:cxnChg>
        <pc:cxnChg chg="mod">
          <ac:chgData name="Nate Rocks" userId="9139e2ceb00f3fb1" providerId="LiveId" clId="{859AD0D1-A73F-49AC-A4EB-511B3A8A25A2}" dt="2026-09-04T18:25:31.472" v="1715" actId="1076"/>
          <ac:cxnSpMkLst>
            <pc:docMk/>
            <pc:sldMk cId="2700424492" sldId="281"/>
            <ac:cxnSpMk id="20" creationId="{47E419F5-6643-DDB4-A2F5-01AB11EB58D5}"/>
          </ac:cxnSpMkLst>
        </pc:cxnChg>
        <pc:cxnChg chg="mod">
          <ac:chgData name="Nate Rocks" userId="9139e2ceb00f3fb1" providerId="LiveId" clId="{859AD0D1-A73F-49AC-A4EB-511B3A8A25A2}" dt="2026-09-04T18:25:31.472" v="1715" actId="1076"/>
          <ac:cxnSpMkLst>
            <pc:docMk/>
            <pc:sldMk cId="2700424492" sldId="281"/>
            <ac:cxnSpMk id="23" creationId="{1C32F365-2438-29AE-7393-CF85135EC2B6}"/>
          </ac:cxnSpMkLst>
        </pc:cxnChg>
        <pc:cxnChg chg="mod">
          <ac:chgData name="Nate Rocks" userId="9139e2ceb00f3fb1" providerId="LiveId" clId="{859AD0D1-A73F-49AC-A4EB-511B3A8A25A2}" dt="2026-09-04T18:25:31.472" v="1715" actId="1076"/>
          <ac:cxnSpMkLst>
            <pc:docMk/>
            <pc:sldMk cId="2700424492" sldId="281"/>
            <ac:cxnSpMk id="28" creationId="{0BD2F60C-B2B8-C972-D8CB-DAA1A8F7F1C3}"/>
          </ac:cxnSpMkLst>
        </pc:cxnChg>
        <pc:cxnChg chg="mod">
          <ac:chgData name="Nate Rocks" userId="9139e2ceb00f3fb1" providerId="LiveId" clId="{859AD0D1-A73F-49AC-A4EB-511B3A8A25A2}" dt="2026-09-04T18:25:31.472" v="1715" actId="1076"/>
          <ac:cxnSpMkLst>
            <pc:docMk/>
            <pc:sldMk cId="2700424492" sldId="281"/>
            <ac:cxnSpMk id="32" creationId="{35E1E7B6-060E-264C-CB6C-B50F27E182A0}"/>
          </ac:cxnSpMkLst>
        </pc:cxnChg>
      </pc:sldChg>
      <pc:sldChg chg="addSp delSp modSp add mod modTransition">
        <pc:chgData name="Nate Rocks" userId="9139e2ceb00f3fb1" providerId="LiveId" clId="{859AD0D1-A73F-49AC-A4EB-511B3A8A25A2}" dt="2026-09-07T19:05:01.702" v="2261" actId="1076"/>
        <pc:sldMkLst>
          <pc:docMk/>
          <pc:sldMk cId="1929273022" sldId="282"/>
        </pc:sldMkLst>
        <pc:spChg chg="add mod topLvl">
          <ac:chgData name="Nate Rocks" userId="9139e2ceb00f3fb1" providerId="LiveId" clId="{859AD0D1-A73F-49AC-A4EB-511B3A8A25A2}" dt="2026-09-07T18:58:22.493" v="2213" actId="165"/>
          <ac:spMkLst>
            <pc:docMk/>
            <pc:sldMk cId="1929273022" sldId="282"/>
            <ac:spMk id="2" creationId="{1EE35B31-B0FD-4A68-2572-95B3C89D1D4D}"/>
          </ac:spMkLst>
        </pc:spChg>
        <pc:spChg chg="mod topLvl">
          <ac:chgData name="Nate Rocks" userId="9139e2ceb00f3fb1" providerId="LiveId" clId="{859AD0D1-A73F-49AC-A4EB-511B3A8A25A2}" dt="2026-09-07T18:58:22.493" v="2213" actId="165"/>
          <ac:spMkLst>
            <pc:docMk/>
            <pc:sldMk cId="1929273022" sldId="282"/>
            <ac:spMk id="3" creationId="{F227F2A9-F77A-1B97-C28E-B0EF5B0EAE2F}"/>
          </ac:spMkLst>
        </pc:spChg>
        <pc:spChg chg="add del mod">
          <ac:chgData name="Nate Rocks" userId="9139e2ceb00f3fb1" providerId="LiveId" clId="{859AD0D1-A73F-49AC-A4EB-511B3A8A25A2}" dt="2026-09-07T19:04:41.347" v="2255" actId="478"/>
          <ac:spMkLst>
            <pc:docMk/>
            <pc:sldMk cId="1929273022" sldId="282"/>
            <ac:spMk id="5" creationId="{95D24684-9578-CCF8-A8B1-8CDA9C33D238}"/>
          </ac:spMkLst>
        </pc:spChg>
        <pc:spChg chg="del mod">
          <ac:chgData name="Nate Rocks" userId="9139e2ceb00f3fb1" providerId="LiveId" clId="{859AD0D1-A73F-49AC-A4EB-511B3A8A25A2}" dt="2026-09-06T07:05:28.898" v="1830" actId="478"/>
          <ac:spMkLst>
            <pc:docMk/>
            <pc:sldMk cId="1929273022" sldId="282"/>
            <ac:spMk id="5" creationId="{B0B9650A-A3BC-BB52-4811-2999E55D10DB}"/>
          </ac:spMkLst>
        </pc:spChg>
        <pc:spChg chg="add del mod">
          <ac:chgData name="Nate Rocks" userId="9139e2ceb00f3fb1" providerId="LiveId" clId="{859AD0D1-A73F-49AC-A4EB-511B3A8A25A2}" dt="2026-09-07T19:04:41.347" v="2255" actId="478"/>
          <ac:spMkLst>
            <pc:docMk/>
            <pc:sldMk cId="1929273022" sldId="282"/>
            <ac:spMk id="7" creationId="{29239623-4C67-1B57-31E8-F4886B07E6F5}"/>
          </ac:spMkLst>
        </pc:spChg>
        <pc:spChg chg="add del mod">
          <ac:chgData name="Nate Rocks" userId="9139e2ceb00f3fb1" providerId="LiveId" clId="{859AD0D1-A73F-49AC-A4EB-511B3A8A25A2}" dt="2026-09-07T19:04:41.347" v="2255" actId="478"/>
          <ac:spMkLst>
            <pc:docMk/>
            <pc:sldMk cId="1929273022" sldId="282"/>
            <ac:spMk id="11" creationId="{4A233828-8D3B-A4E8-4DCB-DB2531EF55FD}"/>
          </ac:spMkLst>
        </pc:spChg>
        <pc:spChg chg="add del mod">
          <ac:chgData name="Nate Rocks" userId="9139e2ceb00f3fb1" providerId="LiveId" clId="{859AD0D1-A73F-49AC-A4EB-511B3A8A25A2}" dt="2026-09-07T19:04:41.347" v="2255" actId="478"/>
          <ac:spMkLst>
            <pc:docMk/>
            <pc:sldMk cId="1929273022" sldId="282"/>
            <ac:spMk id="13" creationId="{3CFE476C-A617-2781-A2B4-5C0AA9F8E93C}"/>
          </ac:spMkLst>
        </pc:spChg>
        <pc:spChg chg="mod topLvl">
          <ac:chgData name="Nate Rocks" userId="9139e2ceb00f3fb1" providerId="LiveId" clId="{859AD0D1-A73F-49AC-A4EB-511B3A8A25A2}" dt="2026-09-07T18:58:22.493" v="2213" actId="165"/>
          <ac:spMkLst>
            <pc:docMk/>
            <pc:sldMk cId="1929273022" sldId="282"/>
            <ac:spMk id="19" creationId="{538D2249-08BB-08D8-5568-1A84D2D8293D}"/>
          </ac:spMkLst>
        </pc:spChg>
        <pc:spChg chg="add mod">
          <ac:chgData name="Nate Rocks" userId="9139e2ceb00f3fb1" providerId="LiveId" clId="{859AD0D1-A73F-49AC-A4EB-511B3A8A25A2}" dt="2026-09-07T19:04:28.954" v="2250" actId="1076"/>
          <ac:spMkLst>
            <pc:docMk/>
            <pc:sldMk cId="1929273022" sldId="282"/>
            <ac:spMk id="21" creationId="{55C8DF77-9C79-1115-D6D1-1B9FC5C322E5}"/>
          </ac:spMkLst>
        </pc:spChg>
        <pc:spChg chg="add mod">
          <ac:chgData name="Nate Rocks" userId="9139e2ceb00f3fb1" providerId="LiveId" clId="{859AD0D1-A73F-49AC-A4EB-511B3A8A25A2}" dt="2026-09-07T19:04:28.954" v="2250" actId="1076"/>
          <ac:spMkLst>
            <pc:docMk/>
            <pc:sldMk cId="1929273022" sldId="282"/>
            <ac:spMk id="22" creationId="{A549751D-C17B-C157-9CCA-94CD648E2CBB}"/>
          </ac:spMkLst>
        </pc:spChg>
        <pc:spChg chg="add del mod">
          <ac:chgData name="Nate Rocks" userId="9139e2ceb00f3fb1" providerId="LiveId" clId="{859AD0D1-A73F-49AC-A4EB-511B3A8A25A2}" dt="2026-09-07T19:04:38.772" v="2254" actId="22"/>
          <ac:spMkLst>
            <pc:docMk/>
            <pc:sldMk cId="1929273022" sldId="282"/>
            <ac:spMk id="30" creationId="{80E24BB5-7A38-6C70-0CFE-6CD81FE7057F}"/>
          </ac:spMkLst>
        </pc:spChg>
        <pc:spChg chg="add mod">
          <ac:chgData name="Nate Rocks" userId="9139e2ceb00f3fb1" providerId="LiveId" clId="{859AD0D1-A73F-49AC-A4EB-511B3A8A25A2}" dt="2026-09-07T19:04:51.496" v="2258" actId="1076"/>
          <ac:spMkLst>
            <pc:docMk/>
            <pc:sldMk cId="1929273022" sldId="282"/>
            <ac:spMk id="32" creationId="{007C1535-4CAC-E065-8B24-683087366BDA}"/>
          </ac:spMkLst>
        </pc:spChg>
        <pc:spChg chg="add mod">
          <ac:chgData name="Nate Rocks" userId="9139e2ceb00f3fb1" providerId="LiveId" clId="{859AD0D1-A73F-49AC-A4EB-511B3A8A25A2}" dt="2026-09-07T19:04:51.496" v="2258" actId="1076"/>
          <ac:spMkLst>
            <pc:docMk/>
            <pc:sldMk cId="1929273022" sldId="282"/>
            <ac:spMk id="34" creationId="{2805EF82-882B-4B7A-DF50-48DB5A1E19BB}"/>
          </ac:spMkLst>
        </pc:spChg>
        <pc:spChg chg="add mod">
          <ac:chgData name="Nate Rocks" userId="9139e2ceb00f3fb1" providerId="LiveId" clId="{859AD0D1-A73F-49AC-A4EB-511B3A8A25A2}" dt="2026-09-07T19:04:55.868" v="2259" actId="1076"/>
          <ac:spMkLst>
            <pc:docMk/>
            <pc:sldMk cId="1929273022" sldId="282"/>
            <ac:spMk id="36" creationId="{1C92BC94-C1CD-E5E1-10EA-1543FF5E030E}"/>
          </ac:spMkLst>
        </pc:spChg>
        <pc:spChg chg="add mod">
          <ac:chgData name="Nate Rocks" userId="9139e2ceb00f3fb1" providerId="LiveId" clId="{859AD0D1-A73F-49AC-A4EB-511B3A8A25A2}" dt="2026-09-07T19:04:59.483" v="2260" actId="1076"/>
          <ac:spMkLst>
            <pc:docMk/>
            <pc:sldMk cId="1929273022" sldId="282"/>
            <ac:spMk id="38" creationId="{1A397F16-68EB-AB2E-B185-D2495321F1FE}"/>
          </ac:spMkLst>
        </pc:spChg>
        <pc:spChg chg="add mod">
          <ac:chgData name="Nate Rocks" userId="9139e2ceb00f3fb1" providerId="LiveId" clId="{859AD0D1-A73F-49AC-A4EB-511B3A8A25A2}" dt="2026-09-07T19:05:01.702" v="2261" actId="1076"/>
          <ac:spMkLst>
            <pc:docMk/>
            <pc:sldMk cId="1929273022" sldId="282"/>
            <ac:spMk id="40" creationId="{9C7CED15-FF50-9443-DFB2-7B81245272C6}"/>
          </ac:spMkLst>
        </pc:spChg>
        <pc:grpChg chg="del mod">
          <ac:chgData name="Nate Rocks" userId="9139e2ceb00f3fb1" providerId="LiveId" clId="{859AD0D1-A73F-49AC-A4EB-511B3A8A25A2}" dt="2026-09-07T18:58:22.493" v="2213" actId="165"/>
          <ac:grpSpMkLst>
            <pc:docMk/>
            <pc:sldMk cId="1929273022" sldId="282"/>
            <ac:grpSpMk id="9" creationId="{7B5416C2-0679-1C93-CEB3-C35B458661E5}"/>
          </ac:grpSpMkLst>
        </pc:grpChg>
        <pc:grpChg chg="add mod">
          <ac:chgData name="Nate Rocks" userId="9139e2ceb00f3fb1" providerId="LiveId" clId="{859AD0D1-A73F-49AC-A4EB-511B3A8A25A2}" dt="2026-09-07T19:04:28.954" v="2250" actId="1076"/>
          <ac:grpSpMkLst>
            <pc:docMk/>
            <pc:sldMk cId="1929273022" sldId="282"/>
            <ac:grpSpMk id="15" creationId="{A8F4FFD7-E870-890B-03E3-8F5F42FD0428}"/>
          </ac:grpSpMkLst>
        </pc:grpChg>
        <pc:picChg chg="add mod">
          <ac:chgData name="Nate Rocks" userId="9139e2ceb00f3fb1" providerId="LiveId" clId="{859AD0D1-A73F-49AC-A4EB-511B3A8A25A2}" dt="2026-09-07T19:04:28.954" v="2250" actId="1076"/>
          <ac:picMkLst>
            <pc:docMk/>
            <pc:sldMk cId="1929273022" sldId="282"/>
            <ac:picMk id="23" creationId="{B0275F1E-6D27-72B3-1F31-4105F2CBCD8C}"/>
          </ac:picMkLst>
        </pc:picChg>
        <pc:picChg chg="add mod">
          <ac:chgData name="Nate Rocks" userId="9139e2ceb00f3fb1" providerId="LiveId" clId="{859AD0D1-A73F-49AC-A4EB-511B3A8A25A2}" dt="2026-09-07T19:04:28.954" v="2250" actId="1076"/>
          <ac:picMkLst>
            <pc:docMk/>
            <pc:sldMk cId="1929273022" sldId="282"/>
            <ac:picMk id="24" creationId="{5E9BC328-9D4C-0863-0030-98B433576A78}"/>
          </ac:picMkLst>
        </pc:picChg>
        <pc:cxnChg chg="add mod">
          <ac:chgData name="Nate Rocks" userId="9139e2ceb00f3fb1" providerId="LiveId" clId="{859AD0D1-A73F-49AC-A4EB-511B3A8A25A2}" dt="2026-09-07T19:04:28.954" v="2250" actId="1076"/>
          <ac:cxnSpMkLst>
            <pc:docMk/>
            <pc:sldMk cId="1929273022" sldId="282"/>
            <ac:cxnSpMk id="14" creationId="{46DFF1E1-1266-6DC8-15DF-41A8C253FD3A}"/>
          </ac:cxnSpMkLst>
        </pc:cxnChg>
        <pc:cxnChg chg="mod">
          <ac:chgData name="Nate Rocks" userId="9139e2ceb00f3fb1" providerId="LiveId" clId="{859AD0D1-A73F-49AC-A4EB-511B3A8A25A2}" dt="2026-09-07T19:04:28.954" v="2250" actId="1076"/>
          <ac:cxnSpMkLst>
            <pc:docMk/>
            <pc:sldMk cId="1929273022" sldId="282"/>
            <ac:cxnSpMk id="16" creationId="{5CEAC8A0-8907-BBAE-1CD3-3B527BB7B0E4}"/>
          </ac:cxnSpMkLst>
        </pc:cxnChg>
        <pc:cxnChg chg="mod">
          <ac:chgData name="Nate Rocks" userId="9139e2ceb00f3fb1" providerId="LiveId" clId="{859AD0D1-A73F-49AC-A4EB-511B3A8A25A2}" dt="2026-09-07T19:04:28.954" v="2250" actId="1076"/>
          <ac:cxnSpMkLst>
            <pc:docMk/>
            <pc:sldMk cId="1929273022" sldId="282"/>
            <ac:cxnSpMk id="17" creationId="{DEDE1CCD-F014-AA1E-7735-99FF3FB58CB2}"/>
          </ac:cxnSpMkLst>
        </pc:cxnChg>
        <pc:cxnChg chg="mod">
          <ac:chgData name="Nate Rocks" userId="9139e2ceb00f3fb1" providerId="LiveId" clId="{859AD0D1-A73F-49AC-A4EB-511B3A8A25A2}" dt="2026-09-07T19:04:28.954" v="2250" actId="1076"/>
          <ac:cxnSpMkLst>
            <pc:docMk/>
            <pc:sldMk cId="1929273022" sldId="282"/>
            <ac:cxnSpMk id="18" creationId="{2090CCCC-EED2-0FAE-6772-66CAEBDC31C4}"/>
          </ac:cxnSpMkLst>
        </pc:cxnChg>
        <pc:cxnChg chg="mod">
          <ac:chgData name="Nate Rocks" userId="9139e2ceb00f3fb1" providerId="LiveId" clId="{859AD0D1-A73F-49AC-A4EB-511B3A8A25A2}" dt="2026-09-07T19:04:28.954" v="2250" actId="1076"/>
          <ac:cxnSpMkLst>
            <pc:docMk/>
            <pc:sldMk cId="1929273022" sldId="282"/>
            <ac:cxnSpMk id="20" creationId="{B5032D26-DF5A-47CE-D216-AB9CDD78E3F2}"/>
          </ac:cxnSpMkLst>
        </pc:cxnChg>
      </pc:sldChg>
      <pc:sldChg chg="addSp delSp modSp add mod modTransition">
        <pc:chgData name="Nate Rocks" userId="9139e2ceb00f3fb1" providerId="LiveId" clId="{859AD0D1-A73F-49AC-A4EB-511B3A8A25A2}" dt="2026-09-07T18:53:33.848" v="2141" actId="1076"/>
        <pc:sldMkLst>
          <pc:docMk/>
          <pc:sldMk cId="3880505517" sldId="283"/>
        </pc:sldMkLst>
        <pc:spChg chg="add del mod">
          <ac:chgData name="Nate Rocks" userId="9139e2ceb00f3fb1" providerId="LiveId" clId="{859AD0D1-A73F-49AC-A4EB-511B3A8A25A2}" dt="2026-09-07T17:49:22.035" v="1941"/>
          <ac:spMkLst>
            <pc:docMk/>
            <pc:sldMk cId="3880505517" sldId="283"/>
            <ac:spMk id="3" creationId="{54F39F6A-2292-43E5-ADA5-9169BF57B357}"/>
          </ac:spMkLst>
        </pc:spChg>
        <pc:spChg chg="mod">
          <ac:chgData name="Nate Rocks" userId="9139e2ceb00f3fb1" providerId="LiveId" clId="{859AD0D1-A73F-49AC-A4EB-511B3A8A25A2}" dt="2026-09-07T18:33:36.994" v="2009" actId="20577"/>
          <ac:spMkLst>
            <pc:docMk/>
            <pc:sldMk cId="3880505517" sldId="283"/>
            <ac:spMk id="4" creationId="{F1AED5B0-04D9-6333-E470-374B05C6D23F}"/>
          </ac:spMkLst>
        </pc:spChg>
        <pc:spChg chg="mod">
          <ac:chgData name="Nate Rocks" userId="9139e2ceb00f3fb1" providerId="LiveId" clId="{859AD0D1-A73F-49AC-A4EB-511B3A8A25A2}" dt="2026-09-07T18:51:15.198" v="2121" actId="207"/>
          <ac:spMkLst>
            <pc:docMk/>
            <pc:sldMk cId="3880505517" sldId="283"/>
            <ac:spMk id="10" creationId="{F50AEFDD-993F-A200-647A-4387343B6784}"/>
          </ac:spMkLst>
        </pc:spChg>
        <pc:spChg chg="add del mod">
          <ac:chgData name="Nate Rocks" userId="9139e2ceb00f3fb1" providerId="LiveId" clId="{859AD0D1-A73F-49AC-A4EB-511B3A8A25A2}" dt="2026-09-07T18:53:33.848" v="2141" actId="1076"/>
          <ac:spMkLst>
            <pc:docMk/>
            <pc:sldMk cId="3880505517" sldId="283"/>
            <ac:spMk id="12" creationId="{02FA3CE0-412B-7DF1-0542-5C54ABD0ED3D}"/>
          </ac:spMkLst>
        </pc:spChg>
        <pc:spChg chg="mod">
          <ac:chgData name="Nate Rocks" userId="9139e2ceb00f3fb1" providerId="LiveId" clId="{859AD0D1-A73F-49AC-A4EB-511B3A8A25A2}" dt="2026-09-07T18:51:27.168" v="2123" actId="207"/>
          <ac:spMkLst>
            <pc:docMk/>
            <pc:sldMk cId="3880505517" sldId="283"/>
            <ac:spMk id="13" creationId="{2C33060B-1EB7-D726-7267-1E7BBC70C85F}"/>
          </ac:spMkLst>
        </pc:spChg>
        <pc:spChg chg="mod">
          <ac:chgData name="Nate Rocks" userId="9139e2ceb00f3fb1" providerId="LiveId" clId="{859AD0D1-A73F-49AC-A4EB-511B3A8A25A2}" dt="2026-09-07T17:49:15.992" v="1936" actId="207"/>
          <ac:spMkLst>
            <pc:docMk/>
            <pc:sldMk cId="3880505517" sldId="283"/>
            <ac:spMk id="15" creationId="{F05FA02F-7C1C-AD5C-31BF-E9EA42C50F33}"/>
          </ac:spMkLst>
        </pc:spChg>
        <pc:spChg chg="add del mod">
          <ac:chgData name="Nate Rocks" userId="9139e2ceb00f3fb1" providerId="LiveId" clId="{859AD0D1-A73F-49AC-A4EB-511B3A8A25A2}" dt="2026-09-07T18:53:33.848" v="2141" actId="1076"/>
          <ac:spMkLst>
            <pc:docMk/>
            <pc:sldMk cId="3880505517" sldId="283"/>
            <ac:spMk id="16" creationId="{90FC62CB-5358-AD13-553F-2F3784B789BC}"/>
          </ac:spMkLst>
        </pc:spChg>
        <pc:spChg chg="add del mod">
          <ac:chgData name="Nate Rocks" userId="9139e2ceb00f3fb1" providerId="LiveId" clId="{859AD0D1-A73F-49AC-A4EB-511B3A8A25A2}" dt="2026-09-07T18:53:33.848" v="2141" actId="1076"/>
          <ac:spMkLst>
            <pc:docMk/>
            <pc:sldMk cId="3880505517" sldId="283"/>
            <ac:spMk id="18" creationId="{DBABC69A-615B-0755-6B70-6390631CC92A}"/>
          </ac:spMkLst>
        </pc:spChg>
      </pc:sldChg>
      <pc:sldChg chg="add del">
        <pc:chgData name="Nate Rocks" userId="9139e2ceb00f3fb1" providerId="LiveId" clId="{859AD0D1-A73F-49AC-A4EB-511B3A8A25A2}" dt="2026-09-07T18:18:04.872" v="1951"/>
        <pc:sldMkLst>
          <pc:docMk/>
          <pc:sldMk cId="177499289" sldId="284"/>
        </pc:sldMkLst>
      </pc:sldChg>
      <pc:sldChg chg="add del">
        <pc:chgData name="Nate Rocks" userId="9139e2ceb00f3fb1" providerId="LiveId" clId="{859AD0D1-A73F-49AC-A4EB-511B3A8A25A2}" dt="2026-09-07T18:17:55.156" v="1949"/>
        <pc:sldMkLst>
          <pc:docMk/>
          <pc:sldMk cId="2711545680" sldId="284"/>
        </pc:sldMkLst>
      </pc:sldChg>
      <pc:sldMasterChg chg="modTransition setBg modSldLayout">
        <pc:chgData name="Nate Rocks" userId="9139e2ceb00f3fb1" providerId="LiveId" clId="{859AD0D1-A73F-49AC-A4EB-511B3A8A25A2}" dt="2026-09-07T18:42:37.550" v="2055"/>
        <pc:sldMasterMkLst>
          <pc:docMk/>
          <pc:sldMasterMk cId="3859431388" sldId="2147483648"/>
        </pc:sldMasterMkLst>
        <pc:sldLayoutChg chg="modTransition setBg">
          <pc:chgData name="Nate Rocks" userId="9139e2ceb00f3fb1" providerId="LiveId" clId="{859AD0D1-A73F-49AC-A4EB-511B3A8A25A2}" dt="2026-09-07T18:42:37.550" v="2055"/>
          <pc:sldLayoutMkLst>
            <pc:docMk/>
            <pc:sldMasterMk cId="3859431388" sldId="2147483648"/>
            <pc:sldLayoutMk cId="2660073557" sldId="2147483649"/>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581917806" sldId="2147483650"/>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1291115793" sldId="2147483651"/>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671618756" sldId="2147483652"/>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543868711" sldId="2147483653"/>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740679207" sldId="2147483654"/>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624756588" sldId="2147483655"/>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2937283239" sldId="2147483656"/>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274840773" sldId="2147483657"/>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4071080489" sldId="2147483658"/>
          </pc:sldLayoutMkLst>
        </pc:sldLayoutChg>
        <pc:sldLayoutChg chg="modTransition setBg">
          <pc:chgData name="Nate Rocks" userId="9139e2ceb00f3fb1" providerId="LiveId" clId="{859AD0D1-A73F-49AC-A4EB-511B3A8A25A2}" dt="2026-09-07T18:42:37.550" v="2055"/>
          <pc:sldLayoutMkLst>
            <pc:docMk/>
            <pc:sldMasterMk cId="3859431388" sldId="2147483648"/>
            <pc:sldLayoutMk cId="2295653914"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A2009-7544-48CD-A4C0-9BE4247C4683}" type="datetimeFigureOut">
              <a:rPr lang="en-PH" smtClean="0"/>
              <a:t>Sep 8, 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E4ED4-8FD0-4E9A-B9CF-7099D0DA1280}" type="slidenum">
              <a:rPr lang="en-PH" smtClean="0"/>
              <a:t>‹#›</a:t>
            </a:fld>
            <a:endParaRPr lang="en-PH"/>
          </a:p>
        </p:txBody>
      </p:sp>
    </p:spTree>
    <p:extLst>
      <p:ext uri="{BB962C8B-B14F-4D97-AF65-F5344CB8AC3E}">
        <p14:creationId xmlns:p14="http://schemas.microsoft.com/office/powerpoint/2010/main" val="3672336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Good morning, everyone.</a:t>
            </a:r>
            <a:br>
              <a:rPr lang="en-PH" dirty="0"/>
            </a:br>
            <a:r>
              <a:rPr lang="en-PH" dirty="0"/>
              <a:t>We are the presenters </a:t>
            </a:r>
            <a:r>
              <a:rPr lang="en-PH" b="1" dirty="0"/>
              <a:t>Module IV, Lesson 1 of Information, Assurance, and Security</a:t>
            </a:r>
          </a:p>
          <a:p>
            <a:r>
              <a:rPr lang="en-PH" b="1" dirty="0"/>
              <a:t>And today, we are going to tackle about the topic Privacy Policy</a:t>
            </a:r>
            <a:endParaRPr lang="en-PH" dirty="0"/>
          </a:p>
        </p:txBody>
      </p:sp>
      <p:sp>
        <p:nvSpPr>
          <p:cNvPr id="4" name="Slide Number Placeholder 3"/>
          <p:cNvSpPr>
            <a:spLocks noGrp="1"/>
          </p:cNvSpPr>
          <p:nvPr>
            <p:ph type="sldNum" sz="quarter" idx="5"/>
          </p:nvPr>
        </p:nvSpPr>
        <p:spPr/>
        <p:txBody>
          <a:bodyPr/>
          <a:lstStyle/>
          <a:p>
            <a:fld id="{282E4ED4-8FD0-4E9A-B9CF-7099D0DA1280}" type="slidenum">
              <a:rPr lang="en-PH" smtClean="0"/>
              <a:t>1</a:t>
            </a:fld>
            <a:endParaRPr lang="en-PH"/>
          </a:p>
        </p:txBody>
      </p:sp>
    </p:spTree>
    <p:extLst>
      <p:ext uri="{BB962C8B-B14F-4D97-AF65-F5344CB8AC3E}">
        <p14:creationId xmlns:p14="http://schemas.microsoft.com/office/powerpoint/2010/main" val="463509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p:cNvSpPr>
            <a:spLocks noGrp="1"/>
          </p:cNvSpPr>
          <p:nvPr>
            <p:ph type="sldNum" sz="quarter" idx="5"/>
          </p:nvPr>
        </p:nvSpPr>
        <p:spPr/>
        <p:txBody>
          <a:bodyPr/>
          <a:lstStyle/>
          <a:p>
            <a:fld id="{282E4ED4-8FD0-4E9A-B9CF-7099D0DA1280}" type="slidenum">
              <a:rPr lang="en-PH" smtClean="0"/>
              <a:t>2</a:t>
            </a:fld>
            <a:endParaRPr lang="en-PH"/>
          </a:p>
        </p:txBody>
      </p:sp>
    </p:spTree>
    <p:extLst>
      <p:ext uri="{BB962C8B-B14F-4D97-AF65-F5344CB8AC3E}">
        <p14:creationId xmlns:p14="http://schemas.microsoft.com/office/powerpoint/2010/main" val="2507513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6F3FD-7820-9CF6-AE40-199E9E449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1764A-BFD8-441C-8C25-A25AC11C9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D6483B-6833-C509-F61C-7EE251E5DAF0}"/>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F06729D8-8C0C-8D9B-2DCF-ACC01F15BC60}"/>
              </a:ext>
            </a:extLst>
          </p:cNvPr>
          <p:cNvSpPr>
            <a:spLocks noGrp="1"/>
          </p:cNvSpPr>
          <p:nvPr>
            <p:ph type="sldNum" sz="quarter" idx="5"/>
          </p:nvPr>
        </p:nvSpPr>
        <p:spPr/>
        <p:txBody>
          <a:bodyPr/>
          <a:lstStyle/>
          <a:p>
            <a:fld id="{282E4ED4-8FD0-4E9A-B9CF-7099D0DA1280}" type="slidenum">
              <a:rPr lang="en-PH" smtClean="0"/>
              <a:t>3</a:t>
            </a:fld>
            <a:endParaRPr lang="en-PH"/>
          </a:p>
        </p:txBody>
      </p:sp>
    </p:spTree>
    <p:extLst>
      <p:ext uri="{BB962C8B-B14F-4D97-AF65-F5344CB8AC3E}">
        <p14:creationId xmlns:p14="http://schemas.microsoft.com/office/powerpoint/2010/main" val="2845813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4BEE-F34B-7870-3670-DE5A9864A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B1D7F-28E9-78A2-F971-288E17529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DCD47-7B14-E061-A886-4C58615D63AD}"/>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C216481F-B294-8C2B-5204-F6534E4B72E5}"/>
              </a:ext>
            </a:extLst>
          </p:cNvPr>
          <p:cNvSpPr>
            <a:spLocks noGrp="1"/>
          </p:cNvSpPr>
          <p:nvPr>
            <p:ph type="sldNum" sz="quarter" idx="5"/>
          </p:nvPr>
        </p:nvSpPr>
        <p:spPr/>
        <p:txBody>
          <a:bodyPr/>
          <a:lstStyle/>
          <a:p>
            <a:fld id="{282E4ED4-8FD0-4E9A-B9CF-7099D0DA1280}" type="slidenum">
              <a:rPr lang="en-PH" smtClean="0"/>
              <a:t>4</a:t>
            </a:fld>
            <a:endParaRPr lang="en-PH"/>
          </a:p>
        </p:txBody>
      </p:sp>
    </p:spTree>
    <p:extLst>
      <p:ext uri="{BB962C8B-B14F-4D97-AF65-F5344CB8AC3E}">
        <p14:creationId xmlns:p14="http://schemas.microsoft.com/office/powerpoint/2010/main" val="2675552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3A99D-D7C2-21C3-EC0A-135A4A829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5ACD8-A1CB-C96A-4449-0F9D8218C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8C213-693F-2DC0-285F-F96FD9D8C2D0}"/>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6A80079E-4513-5BBA-2F28-8771A43443C2}"/>
              </a:ext>
            </a:extLst>
          </p:cNvPr>
          <p:cNvSpPr>
            <a:spLocks noGrp="1"/>
          </p:cNvSpPr>
          <p:nvPr>
            <p:ph type="sldNum" sz="quarter" idx="5"/>
          </p:nvPr>
        </p:nvSpPr>
        <p:spPr/>
        <p:txBody>
          <a:bodyPr/>
          <a:lstStyle/>
          <a:p>
            <a:fld id="{282E4ED4-8FD0-4E9A-B9CF-7099D0DA1280}" type="slidenum">
              <a:rPr lang="en-PH" smtClean="0"/>
              <a:t>5</a:t>
            </a:fld>
            <a:endParaRPr lang="en-PH"/>
          </a:p>
        </p:txBody>
      </p:sp>
    </p:spTree>
    <p:extLst>
      <p:ext uri="{BB962C8B-B14F-4D97-AF65-F5344CB8AC3E}">
        <p14:creationId xmlns:p14="http://schemas.microsoft.com/office/powerpoint/2010/main" val="3746483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C0527-FE03-8754-568D-A936A6768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CD762-D7E2-F0E1-98D8-BA871C336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2B157-4718-D455-C9B2-E1E72E6FA304}"/>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DA125E62-A149-CACF-BB3D-73C11F57C123}"/>
              </a:ext>
            </a:extLst>
          </p:cNvPr>
          <p:cNvSpPr>
            <a:spLocks noGrp="1"/>
          </p:cNvSpPr>
          <p:nvPr>
            <p:ph type="sldNum" sz="quarter" idx="5"/>
          </p:nvPr>
        </p:nvSpPr>
        <p:spPr/>
        <p:txBody>
          <a:bodyPr/>
          <a:lstStyle/>
          <a:p>
            <a:fld id="{282E4ED4-8FD0-4E9A-B9CF-7099D0DA1280}" type="slidenum">
              <a:rPr lang="en-PH" smtClean="0"/>
              <a:t>6</a:t>
            </a:fld>
            <a:endParaRPr lang="en-PH"/>
          </a:p>
        </p:txBody>
      </p:sp>
    </p:spTree>
    <p:extLst>
      <p:ext uri="{BB962C8B-B14F-4D97-AF65-F5344CB8AC3E}">
        <p14:creationId xmlns:p14="http://schemas.microsoft.com/office/powerpoint/2010/main" val="1466296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87F75-50B6-E809-DBA2-5E994F1FC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EBE74-4597-17C5-FBE1-DDAFD4780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3982D-A0CF-EFFF-98C1-8DF0994EF02A}"/>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EF61E550-2D4F-6969-4611-2DF72A4F4E03}"/>
              </a:ext>
            </a:extLst>
          </p:cNvPr>
          <p:cNvSpPr>
            <a:spLocks noGrp="1"/>
          </p:cNvSpPr>
          <p:nvPr>
            <p:ph type="sldNum" sz="quarter" idx="5"/>
          </p:nvPr>
        </p:nvSpPr>
        <p:spPr/>
        <p:txBody>
          <a:bodyPr/>
          <a:lstStyle/>
          <a:p>
            <a:fld id="{282E4ED4-8FD0-4E9A-B9CF-7099D0DA1280}" type="slidenum">
              <a:rPr lang="en-PH" smtClean="0"/>
              <a:t>7</a:t>
            </a:fld>
            <a:endParaRPr lang="en-PH"/>
          </a:p>
        </p:txBody>
      </p:sp>
    </p:spTree>
    <p:extLst>
      <p:ext uri="{BB962C8B-B14F-4D97-AF65-F5344CB8AC3E}">
        <p14:creationId xmlns:p14="http://schemas.microsoft.com/office/powerpoint/2010/main" val="2308012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B22C2-0A59-F91E-400C-C286CC19E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DF0A2D-99BE-00C4-DC91-4455CC97F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8293F-3461-C206-18A5-948AC444928C}"/>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2784FC61-5D9C-D0EA-46B8-7CA528BAAC5E}"/>
              </a:ext>
            </a:extLst>
          </p:cNvPr>
          <p:cNvSpPr>
            <a:spLocks noGrp="1"/>
          </p:cNvSpPr>
          <p:nvPr>
            <p:ph type="sldNum" sz="quarter" idx="5"/>
          </p:nvPr>
        </p:nvSpPr>
        <p:spPr/>
        <p:txBody>
          <a:bodyPr/>
          <a:lstStyle/>
          <a:p>
            <a:fld id="{282E4ED4-8FD0-4E9A-B9CF-7099D0DA1280}" type="slidenum">
              <a:rPr lang="en-PH" smtClean="0"/>
              <a:t>8</a:t>
            </a:fld>
            <a:endParaRPr lang="en-PH"/>
          </a:p>
        </p:txBody>
      </p:sp>
    </p:spTree>
    <p:extLst>
      <p:ext uri="{BB962C8B-B14F-4D97-AF65-F5344CB8AC3E}">
        <p14:creationId xmlns:p14="http://schemas.microsoft.com/office/powerpoint/2010/main" val="3966877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02BA6-B2E9-B3C2-DDE5-2403BA0BA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89A66-B8B2-578F-F5E9-B54269E8D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324F0-9BE9-93E5-0E6E-1E65B8316C3C}"/>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7DCE3437-F1F0-E50A-21D4-9E88615DDFED}"/>
              </a:ext>
            </a:extLst>
          </p:cNvPr>
          <p:cNvSpPr>
            <a:spLocks noGrp="1"/>
          </p:cNvSpPr>
          <p:nvPr>
            <p:ph type="sldNum" sz="quarter" idx="5"/>
          </p:nvPr>
        </p:nvSpPr>
        <p:spPr/>
        <p:txBody>
          <a:bodyPr/>
          <a:lstStyle/>
          <a:p>
            <a:fld id="{282E4ED4-8FD0-4E9A-B9CF-7099D0DA1280}" type="slidenum">
              <a:rPr lang="en-PH" smtClean="0"/>
              <a:t>9</a:t>
            </a:fld>
            <a:endParaRPr lang="en-PH"/>
          </a:p>
        </p:txBody>
      </p:sp>
    </p:spTree>
    <p:extLst>
      <p:ext uri="{BB962C8B-B14F-4D97-AF65-F5344CB8AC3E}">
        <p14:creationId xmlns:p14="http://schemas.microsoft.com/office/powerpoint/2010/main" val="2658212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1BE35-1CEF-99E9-A3C7-88FA79148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E499C-6C32-0013-57B5-49F75DC37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49002-4CFF-710A-6547-E67B71F37AB6}"/>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650C08C1-EE0E-DE28-A86C-63F4D67E3CBA}"/>
              </a:ext>
            </a:extLst>
          </p:cNvPr>
          <p:cNvSpPr>
            <a:spLocks noGrp="1"/>
          </p:cNvSpPr>
          <p:nvPr>
            <p:ph type="sldNum" sz="quarter" idx="5"/>
          </p:nvPr>
        </p:nvSpPr>
        <p:spPr/>
        <p:txBody>
          <a:bodyPr/>
          <a:lstStyle/>
          <a:p>
            <a:fld id="{282E4ED4-8FD0-4E9A-B9CF-7099D0DA1280}" type="slidenum">
              <a:rPr lang="en-PH" smtClean="0"/>
              <a:t>10</a:t>
            </a:fld>
            <a:endParaRPr lang="en-PH"/>
          </a:p>
        </p:txBody>
      </p:sp>
    </p:spTree>
    <p:extLst>
      <p:ext uri="{BB962C8B-B14F-4D97-AF65-F5344CB8AC3E}">
        <p14:creationId xmlns:p14="http://schemas.microsoft.com/office/powerpoint/2010/main" val="4176333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4A2F8-F004-FE70-7307-C52816B2F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4D1CD-3BF4-1219-3A25-95093A68B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85BC8-D480-85C1-934C-E8AE1655EBAC}"/>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8617288F-C66D-F4B3-041A-39F9934202D8}"/>
              </a:ext>
            </a:extLst>
          </p:cNvPr>
          <p:cNvSpPr>
            <a:spLocks noGrp="1"/>
          </p:cNvSpPr>
          <p:nvPr>
            <p:ph type="sldNum" sz="quarter" idx="5"/>
          </p:nvPr>
        </p:nvSpPr>
        <p:spPr/>
        <p:txBody>
          <a:bodyPr/>
          <a:lstStyle/>
          <a:p>
            <a:fld id="{282E4ED4-8FD0-4E9A-B9CF-7099D0DA1280}" type="slidenum">
              <a:rPr lang="en-PH" smtClean="0"/>
              <a:t>11</a:t>
            </a:fld>
            <a:endParaRPr lang="en-PH"/>
          </a:p>
        </p:txBody>
      </p:sp>
    </p:spTree>
    <p:extLst>
      <p:ext uri="{BB962C8B-B14F-4D97-AF65-F5344CB8AC3E}">
        <p14:creationId xmlns:p14="http://schemas.microsoft.com/office/powerpoint/2010/main" val="153423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BA0FC-E2DC-D63C-AAAE-D4FD69585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CEE92-013E-4F67-DB02-895DC0CE0A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CD686-EB89-07B6-73DD-E980A7EFF0CB}"/>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95600368-E3BE-6D5F-2235-55351E9D35E2}"/>
              </a:ext>
            </a:extLst>
          </p:cNvPr>
          <p:cNvSpPr>
            <a:spLocks noGrp="1"/>
          </p:cNvSpPr>
          <p:nvPr>
            <p:ph type="sldNum" sz="quarter" idx="5"/>
          </p:nvPr>
        </p:nvSpPr>
        <p:spPr/>
        <p:txBody>
          <a:bodyPr/>
          <a:lstStyle/>
          <a:p>
            <a:fld id="{282E4ED4-8FD0-4E9A-B9CF-7099D0DA1280}" type="slidenum">
              <a:rPr lang="en-PH" smtClean="0"/>
              <a:t>12</a:t>
            </a:fld>
            <a:endParaRPr lang="en-PH"/>
          </a:p>
        </p:txBody>
      </p:sp>
    </p:spTree>
    <p:extLst>
      <p:ext uri="{BB962C8B-B14F-4D97-AF65-F5344CB8AC3E}">
        <p14:creationId xmlns:p14="http://schemas.microsoft.com/office/powerpoint/2010/main" val="2266464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2CFC-7570-6EED-6BB0-19090DE07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1F30E-3DB9-8756-4217-174811E49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3E95B-6C9A-A124-B517-227A41D114C3}"/>
              </a:ext>
            </a:extLst>
          </p:cNvPr>
          <p:cNvSpPr>
            <a:spLocks noGrp="1"/>
          </p:cNvSpPr>
          <p:nvPr>
            <p:ph type="body" idx="1"/>
          </p:nvPr>
        </p:nvSpPr>
        <p:spPr/>
        <p:txBody>
          <a:bodyPr/>
          <a:lstStyle/>
          <a:p>
            <a:r>
              <a:rPr lang="en-PH" dirty="0"/>
              <a:t>So, </a:t>
            </a:r>
            <a:r>
              <a:rPr lang="en-PH" dirty="0" err="1"/>
              <a:t>ano</a:t>
            </a:r>
            <a:r>
              <a:rPr lang="en-PH" dirty="0"/>
              <a:t> </a:t>
            </a:r>
            <a:r>
              <a:rPr lang="en-PH" dirty="0" err="1"/>
              <a:t>nga</a:t>
            </a:r>
            <a:r>
              <a:rPr lang="en-PH" dirty="0"/>
              <a:t> </a:t>
            </a:r>
            <a:r>
              <a:rPr lang="en-PH" dirty="0" err="1"/>
              <a:t>ba</a:t>
            </a:r>
            <a:r>
              <a:rPr lang="en-PH" dirty="0"/>
              <a:t> ang Privacy Policy?</a:t>
            </a:r>
          </a:p>
          <a:p>
            <a:r>
              <a:rPr lang="en-PH" dirty="0"/>
              <a:t>Well, according to this slide,  Privacy Policy is [Read]</a:t>
            </a:r>
          </a:p>
          <a:p>
            <a:endParaRPr lang="en-PH" dirty="0"/>
          </a:p>
          <a:p>
            <a:r>
              <a:rPr lang="en-PH" dirty="0"/>
              <a:t>Let me translate it in Filipino:</a:t>
            </a:r>
          </a:p>
          <a:p>
            <a:r>
              <a:rPr lang="en-PH" dirty="0"/>
              <a:t>A Privacy Policy is a </a:t>
            </a:r>
            <a:r>
              <a:rPr lang="en-PH" b="1" dirty="0"/>
              <a:t>statement or legal document</a:t>
            </a:r>
            <a:r>
              <a:rPr lang="en-PH" dirty="0"/>
              <a:t> </a:t>
            </a:r>
            <a:r>
              <a:rPr lang="en-PH" dirty="0" err="1"/>
              <a:t>na</a:t>
            </a:r>
            <a:r>
              <a:rPr lang="en-PH" dirty="0"/>
              <a:t> nag-</a:t>
            </a:r>
            <a:r>
              <a:rPr lang="en-PH" dirty="0" err="1"/>
              <a:t>eexplain</a:t>
            </a:r>
            <a:r>
              <a:rPr lang="en-PH" dirty="0"/>
              <a:t> kung </a:t>
            </a:r>
            <a:r>
              <a:rPr lang="en-PH" dirty="0" err="1"/>
              <a:t>paano</a:t>
            </a:r>
            <a:r>
              <a:rPr lang="en-PH" dirty="0"/>
              <a:t> </a:t>
            </a:r>
            <a:r>
              <a:rPr lang="en-PH" dirty="0" err="1"/>
              <a:t>nangongolekta</a:t>
            </a:r>
            <a:r>
              <a:rPr lang="en-PH" dirty="0"/>
              <a:t>, </a:t>
            </a:r>
            <a:r>
              <a:rPr lang="en-PH" dirty="0" err="1"/>
              <a:t>ginagamit</a:t>
            </a:r>
            <a:r>
              <a:rPr lang="en-PH" dirty="0"/>
              <a:t>, </a:t>
            </a:r>
            <a:r>
              <a:rPr lang="en-PH" dirty="0" err="1"/>
              <a:t>dini</a:t>
            </a:r>
            <a:r>
              <a:rPr lang="en-PH" dirty="0"/>
              <a:t>-disclose, at mina-manage ng </a:t>
            </a:r>
            <a:r>
              <a:rPr lang="en-PH" dirty="0" err="1"/>
              <a:t>isang</a:t>
            </a:r>
            <a:r>
              <a:rPr lang="en-PH" dirty="0"/>
              <a:t> organization ang personal data ng </a:t>
            </a:r>
            <a:r>
              <a:rPr lang="en-PH" dirty="0" err="1"/>
              <a:t>mga</a:t>
            </a:r>
            <a:r>
              <a:rPr lang="en-PH" dirty="0"/>
              <a:t> customers, clients, o employees.</a:t>
            </a:r>
          </a:p>
          <a:p>
            <a:r>
              <a:rPr lang="en-PH" dirty="0" err="1"/>
              <a:t>Ibig</a:t>
            </a:r>
            <a:r>
              <a:rPr lang="en-PH" dirty="0"/>
              <a:t> </a:t>
            </a:r>
            <a:r>
              <a:rPr lang="en-PH" dirty="0" err="1"/>
              <a:t>sabihin</a:t>
            </a:r>
            <a:r>
              <a:rPr lang="en-PH" dirty="0"/>
              <a:t>, </a:t>
            </a:r>
            <a:r>
              <a:rPr lang="en-PH" dirty="0" err="1"/>
              <a:t>dito</a:t>
            </a:r>
            <a:r>
              <a:rPr lang="en-PH" dirty="0"/>
              <a:t> </a:t>
            </a:r>
            <a:r>
              <a:rPr lang="en-PH" dirty="0" err="1"/>
              <a:t>nakasulat</a:t>
            </a:r>
            <a:r>
              <a:rPr lang="en-PH" dirty="0"/>
              <a:t> kung </a:t>
            </a:r>
            <a:r>
              <a:rPr lang="en-PH" dirty="0" err="1"/>
              <a:t>paano</a:t>
            </a:r>
            <a:r>
              <a:rPr lang="en-PH" dirty="0"/>
              <a:t> </a:t>
            </a:r>
            <a:r>
              <a:rPr lang="en-PH" dirty="0" err="1"/>
              <a:t>nila</a:t>
            </a:r>
            <a:r>
              <a:rPr lang="en-PH" dirty="0"/>
              <a:t> </a:t>
            </a:r>
            <a:r>
              <a:rPr lang="en-PH" dirty="0" err="1"/>
              <a:t>hinahandle</a:t>
            </a:r>
            <a:r>
              <a:rPr lang="en-PH" dirty="0"/>
              <a:t> ang </a:t>
            </a:r>
            <a:r>
              <a:rPr lang="en-PH" dirty="0" err="1"/>
              <a:t>mga</a:t>
            </a:r>
            <a:r>
              <a:rPr lang="en-PH" dirty="0"/>
              <a:t> </a:t>
            </a:r>
            <a:r>
              <a:rPr lang="en-PH" dirty="0" err="1"/>
              <a:t>impormasyon</a:t>
            </a:r>
            <a:r>
              <a:rPr lang="en-PH" dirty="0"/>
              <a:t> </a:t>
            </a:r>
            <a:r>
              <a:rPr lang="en-PH" dirty="0" err="1"/>
              <a:t>tulad</a:t>
            </a:r>
            <a:r>
              <a:rPr lang="en-PH" dirty="0"/>
              <a:t> ng:</a:t>
            </a:r>
          </a:p>
          <a:p>
            <a:pPr marL="171450" indent="-171450">
              <a:buFont typeface="Arial" panose="020B0604020202020204" pitchFamily="34" charset="0"/>
              <a:buChar char="•"/>
            </a:pPr>
            <a:r>
              <a:rPr lang="en-PH" dirty="0"/>
              <a:t>Name</a:t>
            </a:r>
          </a:p>
          <a:p>
            <a:pPr marL="171450" indent="-171450">
              <a:buFont typeface="Arial" panose="020B0604020202020204" pitchFamily="34" charset="0"/>
              <a:buChar char="•"/>
            </a:pPr>
            <a:r>
              <a:rPr lang="en-PH" dirty="0"/>
              <a:t>Address</a:t>
            </a:r>
          </a:p>
          <a:p>
            <a:pPr marL="171450" indent="-171450">
              <a:buFont typeface="Arial" panose="020B0604020202020204" pitchFamily="34" charset="0"/>
              <a:buChar char="•"/>
            </a:pPr>
            <a:r>
              <a:rPr lang="en-PH" dirty="0"/>
              <a:t>Email</a:t>
            </a:r>
          </a:p>
          <a:p>
            <a:pPr marL="171450" indent="-171450">
              <a:buFont typeface="Arial" panose="020B0604020202020204" pitchFamily="34" charset="0"/>
              <a:buChar char="•"/>
            </a:pPr>
            <a:r>
              <a:rPr lang="en-PH" dirty="0"/>
              <a:t>Phone number</a:t>
            </a:r>
          </a:p>
          <a:p>
            <a:pPr marL="171450" indent="-171450">
              <a:buFont typeface="Arial" panose="020B0604020202020204" pitchFamily="34" charset="0"/>
              <a:buChar char="•"/>
            </a:pPr>
            <a:r>
              <a:rPr lang="en-PH" dirty="0"/>
              <a:t>Age, sex, marital status</a:t>
            </a:r>
          </a:p>
          <a:p>
            <a:pPr marL="171450" indent="-171450">
              <a:buFont typeface="Arial" panose="020B0604020202020204" pitchFamily="34" charset="0"/>
              <a:buChar char="•"/>
            </a:pPr>
            <a:r>
              <a:rPr lang="en-PH" dirty="0"/>
              <a:t>Race, nationality, at </a:t>
            </a:r>
            <a:r>
              <a:rPr lang="en-PH" dirty="0" err="1"/>
              <a:t>pati</a:t>
            </a:r>
            <a:r>
              <a:rPr lang="en-PH" dirty="0"/>
              <a:t> religious beliefs.</a:t>
            </a:r>
          </a:p>
          <a:p>
            <a:pPr marL="0" indent="0">
              <a:buFont typeface="Arial" panose="020B0604020202020204" pitchFamily="34" charset="0"/>
              <a:buNone/>
            </a:pPr>
            <a:endParaRPr lang="en-PH" dirty="0"/>
          </a:p>
          <a:p>
            <a:r>
              <a:rPr lang="en-PH" dirty="0"/>
              <a:t>In short, </a:t>
            </a:r>
            <a:r>
              <a:rPr lang="en-PH" dirty="0" err="1"/>
              <a:t>ito</a:t>
            </a:r>
            <a:r>
              <a:rPr lang="en-PH" dirty="0"/>
              <a:t> ang </a:t>
            </a:r>
            <a:r>
              <a:rPr lang="en-PH" dirty="0" err="1"/>
              <a:t>dokumento</a:t>
            </a:r>
            <a:r>
              <a:rPr lang="en-PH" dirty="0"/>
              <a:t> </a:t>
            </a:r>
            <a:r>
              <a:rPr lang="en-PH" dirty="0" err="1"/>
              <a:t>na</a:t>
            </a:r>
            <a:r>
              <a:rPr lang="en-PH" dirty="0"/>
              <a:t> </a:t>
            </a:r>
            <a:r>
              <a:rPr lang="en-PH" dirty="0" err="1"/>
              <a:t>nagsasabi</a:t>
            </a:r>
            <a:r>
              <a:rPr lang="en-PH" dirty="0"/>
              <a:t> kung </a:t>
            </a:r>
            <a:r>
              <a:rPr lang="en-PH" dirty="0" err="1"/>
              <a:t>paano</a:t>
            </a:r>
            <a:r>
              <a:rPr lang="en-PH" dirty="0"/>
              <a:t> </a:t>
            </a:r>
            <a:r>
              <a:rPr lang="en-PH" dirty="0" err="1"/>
              <a:t>nila</a:t>
            </a:r>
            <a:r>
              <a:rPr lang="en-PH" dirty="0"/>
              <a:t> </a:t>
            </a:r>
            <a:r>
              <a:rPr lang="en-PH" dirty="0" err="1"/>
              <a:t>pinoprotektahan</a:t>
            </a:r>
            <a:r>
              <a:rPr lang="en-PH" dirty="0"/>
              <a:t> o </a:t>
            </a:r>
            <a:r>
              <a:rPr lang="en-PH" dirty="0" err="1"/>
              <a:t>ginagamit</a:t>
            </a:r>
            <a:r>
              <a:rPr lang="en-PH" dirty="0"/>
              <a:t> ang </a:t>
            </a:r>
            <a:r>
              <a:rPr lang="en-PH" dirty="0" err="1"/>
              <a:t>ating</a:t>
            </a:r>
            <a:r>
              <a:rPr lang="en-PH" dirty="0"/>
              <a:t> personal </a:t>
            </a:r>
            <a:r>
              <a:rPr lang="en-PH" dirty="0" err="1"/>
              <a:t>na</a:t>
            </a:r>
            <a:r>
              <a:rPr lang="en-PH" dirty="0"/>
              <a:t> </a:t>
            </a:r>
            <a:r>
              <a:rPr lang="en-PH" dirty="0" err="1"/>
              <a:t>impormasyon</a:t>
            </a:r>
            <a:r>
              <a:rPr lang="en-PH" dirty="0"/>
              <a:t>.</a:t>
            </a:r>
          </a:p>
          <a:p>
            <a:endParaRPr lang="en-PH" dirty="0"/>
          </a:p>
        </p:txBody>
      </p:sp>
      <p:sp>
        <p:nvSpPr>
          <p:cNvPr id="4" name="Slide Number Placeholder 3">
            <a:extLst>
              <a:ext uri="{FF2B5EF4-FFF2-40B4-BE49-F238E27FC236}">
                <a16:creationId xmlns:a16="http://schemas.microsoft.com/office/drawing/2014/main" id="{FA21DFF2-36D2-F97D-C03B-C468869A37AC}"/>
              </a:ext>
            </a:extLst>
          </p:cNvPr>
          <p:cNvSpPr>
            <a:spLocks noGrp="1"/>
          </p:cNvSpPr>
          <p:nvPr>
            <p:ph type="sldNum" sz="quarter" idx="5"/>
          </p:nvPr>
        </p:nvSpPr>
        <p:spPr/>
        <p:txBody>
          <a:bodyPr/>
          <a:lstStyle/>
          <a:p>
            <a:fld id="{282E4ED4-8FD0-4E9A-B9CF-7099D0DA1280}" type="slidenum">
              <a:rPr lang="en-PH" smtClean="0"/>
              <a:t>13</a:t>
            </a:fld>
            <a:endParaRPr lang="en-PH"/>
          </a:p>
        </p:txBody>
      </p:sp>
    </p:spTree>
    <p:extLst>
      <p:ext uri="{BB962C8B-B14F-4D97-AF65-F5344CB8AC3E}">
        <p14:creationId xmlns:p14="http://schemas.microsoft.com/office/powerpoint/2010/main" val="3017108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2388C-1D30-7A7E-F2EC-305897E44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1AC09-DB6A-D6EC-1B90-9059AF571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BA65C-C35D-BB1C-DCEA-DD8DADE33A4C}"/>
              </a:ext>
            </a:extLst>
          </p:cNvPr>
          <p:cNvSpPr>
            <a:spLocks noGrp="1"/>
          </p:cNvSpPr>
          <p:nvPr>
            <p:ph type="body" idx="1"/>
          </p:nvPr>
        </p:nvSpPr>
        <p:spPr/>
        <p:txBody>
          <a:bodyPr/>
          <a:lstStyle/>
          <a:p>
            <a:r>
              <a:rPr lang="en-PH" dirty="0"/>
              <a:t>Good morning, everyone.</a:t>
            </a:r>
            <a:br>
              <a:rPr lang="en-PH" dirty="0"/>
            </a:br>
            <a:r>
              <a:rPr lang="en-PH" dirty="0"/>
              <a:t>We are the presenters </a:t>
            </a:r>
            <a:r>
              <a:rPr lang="en-PH" b="1" dirty="0"/>
              <a:t>Module IV, Lesson 1 of Information, Assurance, and Security</a:t>
            </a:r>
          </a:p>
          <a:p>
            <a:r>
              <a:rPr lang="en-PH" b="1" dirty="0"/>
              <a:t>And today, we are going to tackle about the topic Privacy Policy</a:t>
            </a:r>
            <a:endParaRPr lang="en-PH" dirty="0"/>
          </a:p>
        </p:txBody>
      </p:sp>
      <p:sp>
        <p:nvSpPr>
          <p:cNvPr id="4" name="Slide Number Placeholder 3">
            <a:extLst>
              <a:ext uri="{FF2B5EF4-FFF2-40B4-BE49-F238E27FC236}">
                <a16:creationId xmlns:a16="http://schemas.microsoft.com/office/drawing/2014/main" id="{6825C3C6-B073-C1E0-2AAE-E4ED43251FD3}"/>
              </a:ext>
            </a:extLst>
          </p:cNvPr>
          <p:cNvSpPr>
            <a:spLocks noGrp="1"/>
          </p:cNvSpPr>
          <p:nvPr>
            <p:ph type="sldNum" sz="quarter" idx="5"/>
          </p:nvPr>
        </p:nvSpPr>
        <p:spPr/>
        <p:txBody>
          <a:bodyPr/>
          <a:lstStyle/>
          <a:p>
            <a:fld id="{282E4ED4-8FD0-4E9A-B9CF-7099D0DA1280}" type="slidenum">
              <a:rPr lang="en-PH" smtClean="0"/>
              <a:t>14</a:t>
            </a:fld>
            <a:endParaRPr lang="en-PH"/>
          </a:p>
        </p:txBody>
      </p:sp>
    </p:spTree>
    <p:extLst>
      <p:ext uri="{BB962C8B-B14F-4D97-AF65-F5344CB8AC3E}">
        <p14:creationId xmlns:p14="http://schemas.microsoft.com/office/powerpoint/2010/main" val="1018926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67630-86BA-3A48-0AD9-6E3E590264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6B833A7C-8658-FD7E-46D8-9F335A03B8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5E324253-AE41-35DC-086F-71C589FFA6BE}"/>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5" name="Footer Placeholder 4">
            <a:extLst>
              <a:ext uri="{FF2B5EF4-FFF2-40B4-BE49-F238E27FC236}">
                <a16:creationId xmlns:a16="http://schemas.microsoft.com/office/drawing/2014/main" id="{33D8BA20-5F53-08E7-6622-D49CD96F874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52D5B43-B869-3231-D4B0-EBEC53E53BCF}"/>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26600735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8B384-D88A-C1B3-349E-7A39ABEA30FC}"/>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A4F23015-32A4-BB5F-7A9D-D543A0C0DD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8D32CA5-1B98-5545-D02A-68FD383DAC91}"/>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5" name="Footer Placeholder 4">
            <a:extLst>
              <a:ext uri="{FF2B5EF4-FFF2-40B4-BE49-F238E27FC236}">
                <a16:creationId xmlns:a16="http://schemas.microsoft.com/office/drawing/2014/main" id="{537D932B-5A01-C5A6-A3F3-FAF2E648793A}"/>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68C71C8-B412-75FF-97A2-4A3B8FD9B7D4}"/>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5819178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9935-C2A0-D664-CEE4-085486D0B2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9AC5CE8A-420A-035E-AF72-F6150CB4C5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D84257-5E7E-DDDF-36BA-875B0FBB265B}"/>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5" name="Footer Placeholder 4">
            <a:extLst>
              <a:ext uri="{FF2B5EF4-FFF2-40B4-BE49-F238E27FC236}">
                <a16:creationId xmlns:a16="http://schemas.microsoft.com/office/drawing/2014/main" id="{65CCEF4D-AF85-29FC-3069-D660BA8C2BE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A1FAF1E-00BA-5B95-3EB7-3696148215C1}"/>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12911157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B968-D0DE-DBEF-9A7D-D7D4A12B270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DB815FDA-93D2-795F-B0DD-22A6E8DDF6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5831F071-793E-122F-8662-823D7BA5D8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A85D775D-2E1E-A7AB-6166-4C063F6DB267}"/>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6" name="Footer Placeholder 5">
            <a:extLst>
              <a:ext uri="{FF2B5EF4-FFF2-40B4-BE49-F238E27FC236}">
                <a16:creationId xmlns:a16="http://schemas.microsoft.com/office/drawing/2014/main" id="{37CE51EE-B0F1-0D47-0359-4C874C08AA9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AD97782C-CC08-BCCC-670F-DFA9BED4FFEA}"/>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671618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5C02-58D8-D155-5E93-A596C4026376}"/>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CD0397B-88F4-7807-8A51-A9222C4A9C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61A840-B731-E891-EF28-319E403BE8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DBBD75ED-40C3-58C4-3C38-699FD4D1AD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5C63F8-21EE-F839-05DF-6D7FA49300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EE9337DC-E66D-6FBC-FB37-7BB1DDC1B535}"/>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8" name="Footer Placeholder 7">
            <a:extLst>
              <a:ext uri="{FF2B5EF4-FFF2-40B4-BE49-F238E27FC236}">
                <a16:creationId xmlns:a16="http://schemas.microsoft.com/office/drawing/2014/main" id="{90C31829-AE91-C7AA-14BC-1F76B18B4CC8}"/>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E826BB0C-6E62-C3B6-B266-3BDE8CD3AAC4}"/>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543868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DD987-5406-CBCD-7CF2-50BD83203FF4}"/>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FB17438E-7DB4-076C-CB27-12E49B35C345}"/>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4" name="Footer Placeholder 3">
            <a:extLst>
              <a:ext uri="{FF2B5EF4-FFF2-40B4-BE49-F238E27FC236}">
                <a16:creationId xmlns:a16="http://schemas.microsoft.com/office/drawing/2014/main" id="{FDF37A3B-7797-F574-DAF8-90384709C856}"/>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4C8BE578-88B7-8CCC-0085-7FCEA596668F}"/>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7406792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556AAD-6A34-D51A-0DE2-CED8B57B038B}"/>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3" name="Footer Placeholder 2">
            <a:extLst>
              <a:ext uri="{FF2B5EF4-FFF2-40B4-BE49-F238E27FC236}">
                <a16:creationId xmlns:a16="http://schemas.microsoft.com/office/drawing/2014/main" id="{741F7F8D-2BEA-C55E-BD29-EBE72B75CF05}"/>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8D380659-0D5A-0AA2-EA7A-7B623A780C1E}"/>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6247565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C8C4B-8E6A-A5C5-25F0-15B36890C8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41193275-7E90-2224-F880-2E8D4CF9D7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B061551-EE28-337A-D1B2-C387388CEF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2F2907-B89A-C42E-9280-3D0EDDFAD313}"/>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6" name="Footer Placeholder 5">
            <a:extLst>
              <a:ext uri="{FF2B5EF4-FFF2-40B4-BE49-F238E27FC236}">
                <a16:creationId xmlns:a16="http://schemas.microsoft.com/office/drawing/2014/main" id="{4648FADE-40E8-6758-92E3-7B67438AD04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C9E25E9-6C4C-F31F-324D-44F606776F99}"/>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29372832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16A0A-D753-D46F-2AC1-561668AD28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06792EEA-B3E3-FCBE-A2E0-A70599D6F6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251C17DA-6EDF-DD74-C5C2-C315755D4A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3DD4B-ADA8-4C70-236C-F140E6B718E6}"/>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6" name="Footer Placeholder 5">
            <a:extLst>
              <a:ext uri="{FF2B5EF4-FFF2-40B4-BE49-F238E27FC236}">
                <a16:creationId xmlns:a16="http://schemas.microsoft.com/office/drawing/2014/main" id="{E884E270-DC4A-CEFE-739C-102CBEED5BB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BBF07118-3DA1-5233-B644-4A6FB499B5FC}"/>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2748407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102-46DF-EA25-D734-C3BD0623DFF0}"/>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3257628-7B07-9052-8AF9-11CEF3353F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11A9463-51EA-5487-3D83-93C49798B6C5}"/>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5" name="Footer Placeholder 4">
            <a:extLst>
              <a:ext uri="{FF2B5EF4-FFF2-40B4-BE49-F238E27FC236}">
                <a16:creationId xmlns:a16="http://schemas.microsoft.com/office/drawing/2014/main" id="{B4824E99-3E27-836F-5940-59DB53268B0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C14291C-B97B-D43C-9624-0F84400438BF}"/>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40710804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56AC80-E6AC-2AF8-EDCC-C5D513493F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884F7DF0-AD4D-2448-5C8A-EE3A5B921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8322ABA-0604-17C4-2B2F-ABF5ED72CD3D}"/>
              </a:ext>
            </a:extLst>
          </p:cNvPr>
          <p:cNvSpPr>
            <a:spLocks noGrp="1"/>
          </p:cNvSpPr>
          <p:nvPr>
            <p:ph type="dt" sz="half" idx="10"/>
          </p:nvPr>
        </p:nvSpPr>
        <p:spPr/>
        <p:txBody>
          <a:bodyPr/>
          <a:lstStyle/>
          <a:p>
            <a:fld id="{C6FF2110-29FB-40D4-BB18-3A0CAA54D366}" type="datetimeFigureOut">
              <a:rPr lang="en-PH" smtClean="0"/>
              <a:t>Sep 8, 2026</a:t>
            </a:fld>
            <a:endParaRPr lang="en-PH"/>
          </a:p>
        </p:txBody>
      </p:sp>
      <p:sp>
        <p:nvSpPr>
          <p:cNvPr id="5" name="Footer Placeholder 4">
            <a:extLst>
              <a:ext uri="{FF2B5EF4-FFF2-40B4-BE49-F238E27FC236}">
                <a16:creationId xmlns:a16="http://schemas.microsoft.com/office/drawing/2014/main" id="{61ECC704-BF65-5C62-9A4A-E7F1A53F01B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0B19E4C-7774-9CC5-FF3D-CFFEBD36D1D9}"/>
              </a:ext>
            </a:extLst>
          </p:cNvPr>
          <p:cNvSpPr>
            <a:spLocks noGrp="1"/>
          </p:cNvSpPr>
          <p:nvPr>
            <p:ph type="sldNum" sz="quarter" idx="12"/>
          </p:nvPr>
        </p:nvSpPr>
        <p:spPr/>
        <p:txBody>
          <a:bodyPr/>
          <a:lstStyle/>
          <a:p>
            <a:fld id="{089A5D2F-BC4D-4B60-B7BE-03E7ACEFBA00}" type="slidenum">
              <a:rPr lang="en-PH" smtClean="0"/>
              <a:t>‹#›</a:t>
            </a:fld>
            <a:endParaRPr lang="en-PH"/>
          </a:p>
        </p:txBody>
      </p:sp>
    </p:spTree>
    <p:extLst>
      <p:ext uri="{BB962C8B-B14F-4D97-AF65-F5344CB8AC3E}">
        <p14:creationId xmlns:p14="http://schemas.microsoft.com/office/powerpoint/2010/main" val="22956539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5000">
              <a:schemeClr val="accent1">
                <a:lumMod val="5000"/>
                <a:lumOff val="95000"/>
              </a:schemeClr>
            </a:gs>
            <a:gs pos="100000">
              <a:schemeClr val="accent1">
                <a:lumMod val="45000"/>
                <a:lumOff val="55000"/>
              </a:schemeClr>
            </a:gs>
            <a:gs pos="0">
              <a:schemeClr val="accent1">
                <a:lumMod val="5000"/>
                <a:lumOff val="95000"/>
              </a:schemeClr>
            </a:gs>
            <a:gs pos="99000">
              <a:schemeClr val="accent1">
                <a:lumMod val="30000"/>
                <a:lumOff val="70000"/>
              </a:schemeClr>
            </a:gs>
          </a:gsLst>
          <a:lin ang="135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7FADC5-6C3E-682D-4844-846D793C36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1CB1FF2-1112-A0EC-B418-4DEF627D04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8540642-C699-4795-E7A0-2589BAEF76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FF2110-29FB-40D4-BB18-3A0CAA54D366}" type="datetimeFigureOut">
              <a:rPr lang="en-PH" smtClean="0"/>
              <a:t>Sep 8, 2026</a:t>
            </a:fld>
            <a:endParaRPr lang="en-PH"/>
          </a:p>
        </p:txBody>
      </p:sp>
      <p:sp>
        <p:nvSpPr>
          <p:cNvPr id="5" name="Footer Placeholder 4">
            <a:extLst>
              <a:ext uri="{FF2B5EF4-FFF2-40B4-BE49-F238E27FC236}">
                <a16:creationId xmlns:a16="http://schemas.microsoft.com/office/drawing/2014/main" id="{B71DE3D6-FB8F-9798-F1E4-7EEAF05907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9CB6603C-81A1-339D-61D2-0DFDBA60CE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9A5D2F-BC4D-4B60-B7BE-03E7ACEFBA00}" type="slidenum">
              <a:rPr lang="en-PH" smtClean="0"/>
              <a:t>‹#›</a:t>
            </a:fld>
            <a:endParaRPr lang="en-PH"/>
          </a:p>
        </p:txBody>
      </p:sp>
    </p:spTree>
    <p:extLst>
      <p:ext uri="{BB962C8B-B14F-4D97-AF65-F5344CB8AC3E}">
        <p14:creationId xmlns:p14="http://schemas.microsoft.com/office/powerpoint/2010/main" val="3859431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1.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1.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1.sv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1.sv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E1D0-C7EA-0F87-730B-07B1100CF70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0CD90B0-FDCA-EB30-44D0-242C42B69DE0}"/>
              </a:ext>
            </a:extLst>
          </p:cNvPr>
          <p:cNvGrpSpPr/>
          <p:nvPr/>
        </p:nvGrpSpPr>
        <p:grpSpPr>
          <a:xfrm>
            <a:off x="1520142" y="642724"/>
            <a:ext cx="9151716" cy="3279944"/>
            <a:chOff x="1655335" y="831574"/>
            <a:chExt cx="9151716" cy="3279944"/>
          </a:xfrm>
        </p:grpSpPr>
        <p:sp>
          <p:nvSpPr>
            <p:cNvPr id="19" name="TextBox 8">
              <a:extLst>
                <a:ext uri="{FF2B5EF4-FFF2-40B4-BE49-F238E27FC236}">
                  <a16:creationId xmlns:a16="http://schemas.microsoft.com/office/drawing/2014/main" id="{147F5C73-6F33-6BDB-8BEC-B9A2DF5154D3}"/>
                </a:ext>
              </a:extLst>
            </p:cNvPr>
            <p:cNvSpPr txBox="1"/>
            <p:nvPr/>
          </p:nvSpPr>
          <p:spPr>
            <a:xfrm>
              <a:off x="1655335" y="831574"/>
              <a:ext cx="9151716" cy="2923877"/>
            </a:xfrm>
            <a:prstGeom prst="rect">
              <a:avLst/>
            </a:prstGeom>
          </p:spPr>
          <p:txBody>
            <a:bodyPr wrap="square" lIns="0" tIns="0" rIns="0" bIns="0" rtlCol="0" anchor="t">
              <a:spAutoFit/>
            </a:bodyPr>
            <a:lstStyle/>
            <a:p>
              <a:pPr algn="ctr"/>
              <a:r>
                <a:rPr lang="en-US" sz="3800" b="1" dirty="0">
                  <a:latin typeface="Poppins" panose="00000500000000000000" pitchFamily="2" charset="0"/>
                  <a:cs typeface="Poppins" panose="00000500000000000000" pitchFamily="2" charset="0"/>
                </a:rPr>
                <a:t>DESIGN AND IMPLEMENTATION</a:t>
              </a:r>
            </a:p>
            <a:p>
              <a:pPr algn="ctr"/>
              <a:r>
                <a:rPr lang="en-US" sz="3800" b="1" dirty="0">
                  <a:latin typeface="Poppins" panose="00000500000000000000" pitchFamily="2" charset="0"/>
                  <a:cs typeface="Poppins" panose="00000500000000000000" pitchFamily="2" charset="0"/>
                </a:rPr>
                <a:t>REAL-TIME LAN-BASED</a:t>
              </a:r>
            </a:p>
            <a:p>
              <a:pPr algn="ctr"/>
              <a:r>
                <a:rPr lang="en-US" sz="3800" b="1" dirty="0">
                  <a:latin typeface="Poppins" panose="00000500000000000000" pitchFamily="2" charset="0"/>
                  <a:cs typeface="Poppins" panose="00000500000000000000" pitchFamily="2" charset="0"/>
                </a:rPr>
                <a:t>QUEUING MANAGEMENT &amp;</a:t>
              </a:r>
            </a:p>
            <a:p>
              <a:pPr algn="ctr"/>
              <a:r>
                <a:rPr lang="en-US" sz="3800" b="1" dirty="0">
                  <a:latin typeface="Poppins" panose="00000500000000000000" pitchFamily="2" charset="0"/>
                  <a:cs typeface="Poppins" panose="00000500000000000000" pitchFamily="2" charset="0"/>
                </a:rPr>
                <a:t>STATISTICAL REPORTING</a:t>
              </a:r>
            </a:p>
            <a:p>
              <a:pPr algn="ctr"/>
              <a:r>
                <a:rPr lang="en-US" sz="3800" b="1" dirty="0">
                  <a:latin typeface="Poppins" panose="00000500000000000000" pitchFamily="2" charset="0"/>
                  <a:cs typeface="Poppins" panose="00000500000000000000" pitchFamily="2" charset="0"/>
                </a:rPr>
                <a:t>SYSTEM</a:t>
              </a:r>
            </a:p>
          </p:txBody>
        </p:sp>
        <p:sp>
          <p:nvSpPr>
            <p:cNvPr id="3" name="TextBox 8">
              <a:extLst>
                <a:ext uri="{FF2B5EF4-FFF2-40B4-BE49-F238E27FC236}">
                  <a16:creationId xmlns:a16="http://schemas.microsoft.com/office/drawing/2014/main" id="{FB322802-313E-0814-C6CD-F59B0B05D1F8}"/>
                </a:ext>
              </a:extLst>
            </p:cNvPr>
            <p:cNvSpPr txBox="1"/>
            <p:nvPr/>
          </p:nvSpPr>
          <p:spPr>
            <a:xfrm>
              <a:off x="1655335" y="3680631"/>
              <a:ext cx="9151716" cy="430887"/>
            </a:xfrm>
            <a:prstGeom prst="rect">
              <a:avLst/>
            </a:prstGeom>
          </p:spPr>
          <p:txBody>
            <a:bodyPr wrap="square" lIns="0" tIns="0" rIns="0" bIns="0" rtlCol="0" anchor="t">
              <a:spAutoFit/>
            </a:bodyPr>
            <a:lstStyle/>
            <a:p>
              <a:pPr algn="ctr"/>
              <a:r>
                <a:rPr lang="en-US" sz="2800" b="1" dirty="0">
                  <a:solidFill>
                    <a:srgbClr val="0070C0"/>
                  </a:solidFill>
                  <a:latin typeface="Poppins" panose="00000500000000000000" pitchFamily="2" charset="0"/>
                  <a:cs typeface="Poppins" panose="00000500000000000000" pitchFamily="2" charset="0"/>
                </a:rPr>
                <a:t>FOR THE BPL-LIEO OF LGU ROSARIO, LA UNION</a:t>
              </a:r>
            </a:p>
          </p:txBody>
        </p:sp>
      </p:grpSp>
      <p:sp>
        <p:nvSpPr>
          <p:cNvPr id="5" name="TextBox 8">
            <a:extLst>
              <a:ext uri="{FF2B5EF4-FFF2-40B4-BE49-F238E27FC236}">
                <a16:creationId xmlns:a16="http://schemas.microsoft.com/office/drawing/2014/main" id="{22B38D54-1756-D349-64CF-F193D3C9B19F}"/>
              </a:ext>
            </a:extLst>
          </p:cNvPr>
          <p:cNvSpPr txBox="1"/>
          <p:nvPr/>
        </p:nvSpPr>
        <p:spPr>
          <a:xfrm>
            <a:off x="4190190" y="4185567"/>
            <a:ext cx="3811620" cy="1538883"/>
          </a:xfrm>
          <a:prstGeom prst="rect">
            <a:avLst/>
          </a:prstGeom>
        </p:spPr>
        <p:txBody>
          <a:bodyPr wrap="square" lIns="0" tIns="0" rIns="0" bIns="0" rtlCol="0" anchor="t">
            <a:spAutoFit/>
          </a:bodyPr>
          <a:lstStyle/>
          <a:p>
            <a:pPr algn="ctr"/>
            <a:r>
              <a:rPr lang="es-ES" sz="2000" dirty="0">
                <a:latin typeface="Poppins" panose="00000500000000000000" pitchFamily="2" charset="0"/>
                <a:cs typeface="Poppins" panose="00000500000000000000" pitchFamily="2" charset="0"/>
              </a:rPr>
              <a:t>Tandas, Rojean F. </a:t>
            </a:r>
          </a:p>
          <a:p>
            <a:pPr algn="ctr"/>
            <a:r>
              <a:rPr lang="es-ES" sz="2000" dirty="0">
                <a:latin typeface="Poppins" panose="00000500000000000000" pitchFamily="2" charset="0"/>
                <a:cs typeface="Poppins" panose="00000500000000000000" pitchFamily="2" charset="0"/>
              </a:rPr>
              <a:t>Barbosa, </a:t>
            </a:r>
            <a:r>
              <a:rPr lang="es-ES" sz="2000" dirty="0" err="1">
                <a:latin typeface="Poppins" panose="00000500000000000000" pitchFamily="2" charset="0"/>
                <a:cs typeface="Poppins" panose="00000500000000000000" pitchFamily="2" charset="0"/>
              </a:rPr>
              <a:t>Manrijan</a:t>
            </a:r>
            <a:r>
              <a:rPr lang="es-ES" sz="2000" dirty="0">
                <a:latin typeface="Poppins" panose="00000500000000000000" pitchFamily="2" charset="0"/>
                <a:cs typeface="Poppins" panose="00000500000000000000" pitchFamily="2" charset="0"/>
              </a:rPr>
              <a:t> M. </a:t>
            </a:r>
          </a:p>
          <a:p>
            <a:pPr algn="ctr"/>
            <a:r>
              <a:rPr lang="es-ES" sz="2000" dirty="0">
                <a:latin typeface="Poppins" panose="00000500000000000000" pitchFamily="2" charset="0"/>
                <a:cs typeface="Poppins" panose="00000500000000000000" pitchFamily="2" charset="0"/>
              </a:rPr>
              <a:t>Estrelles, Carren Nicole A.</a:t>
            </a:r>
          </a:p>
          <a:p>
            <a:pPr algn="ctr"/>
            <a:r>
              <a:rPr lang="es-ES" sz="2000" dirty="0">
                <a:latin typeface="Poppins" panose="00000500000000000000" pitchFamily="2" charset="0"/>
                <a:cs typeface="Poppins" panose="00000500000000000000" pitchFamily="2" charset="0"/>
              </a:rPr>
              <a:t>Garcia , John David R. </a:t>
            </a:r>
          </a:p>
          <a:p>
            <a:pPr algn="ctr"/>
            <a:r>
              <a:rPr lang="es-ES" sz="2000" dirty="0">
                <a:latin typeface="Poppins" panose="00000500000000000000" pitchFamily="2" charset="0"/>
                <a:cs typeface="Poppins" panose="00000500000000000000" pitchFamily="2" charset="0"/>
              </a:rPr>
              <a:t>Rulloda, Jade Allysa V. </a:t>
            </a:r>
          </a:p>
        </p:txBody>
      </p:sp>
      <p:sp>
        <p:nvSpPr>
          <p:cNvPr id="10" name="TextBox 8">
            <a:extLst>
              <a:ext uri="{FF2B5EF4-FFF2-40B4-BE49-F238E27FC236}">
                <a16:creationId xmlns:a16="http://schemas.microsoft.com/office/drawing/2014/main" id="{CCD9F5B3-998F-9061-7ECF-EBCE5780B43E}"/>
              </a:ext>
            </a:extLst>
          </p:cNvPr>
          <p:cNvSpPr txBox="1"/>
          <p:nvPr/>
        </p:nvSpPr>
        <p:spPr>
          <a:xfrm>
            <a:off x="231649" y="5907500"/>
            <a:ext cx="11728702" cy="307777"/>
          </a:xfrm>
          <a:prstGeom prst="rect">
            <a:avLst/>
          </a:prstGeom>
        </p:spPr>
        <p:txBody>
          <a:bodyPr wrap="square" lIns="0" tIns="0" rIns="0" bIns="0" rtlCol="0" anchor="t">
            <a:spAutoFit/>
          </a:bodyPr>
          <a:lstStyle/>
          <a:p>
            <a:pPr algn="ctr"/>
            <a:r>
              <a:rPr lang="en-US" sz="2000" dirty="0">
                <a:solidFill>
                  <a:schemeClr val="tx1">
                    <a:lumMod val="50000"/>
                    <a:lumOff val="50000"/>
                  </a:schemeClr>
                </a:solidFill>
                <a:latin typeface="Poppins" panose="00000500000000000000" pitchFamily="2" charset="0"/>
                <a:cs typeface="Poppins" panose="00000500000000000000" pitchFamily="2" charset="0"/>
              </a:rPr>
              <a:t>Don Mariano Marcos Memorial State University - South La Union Campus</a:t>
            </a:r>
          </a:p>
        </p:txBody>
      </p:sp>
      <p:sp>
        <p:nvSpPr>
          <p:cNvPr id="4" name="Rectangle: Rounded Corners 3">
            <a:extLst>
              <a:ext uri="{FF2B5EF4-FFF2-40B4-BE49-F238E27FC236}">
                <a16:creationId xmlns:a16="http://schemas.microsoft.com/office/drawing/2014/main" id="{D99796E9-7030-5714-AB9C-0B39E6259214}"/>
              </a:ext>
            </a:extLst>
          </p:cNvPr>
          <p:cNvSpPr>
            <a:spLocks/>
          </p:cNvSpPr>
          <p:nvPr/>
        </p:nvSpPr>
        <p:spPr>
          <a:xfrm>
            <a:off x="123253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7" name="TextBox 6">
            <a:extLst>
              <a:ext uri="{FF2B5EF4-FFF2-40B4-BE49-F238E27FC236}">
                <a16:creationId xmlns:a16="http://schemas.microsoft.com/office/drawing/2014/main" id="{AF5AE832-39F1-A757-7366-274E8D80CA0D}"/>
              </a:ext>
            </a:extLst>
          </p:cNvPr>
          <p:cNvSpPr txBox="1"/>
          <p:nvPr/>
        </p:nvSpPr>
        <p:spPr>
          <a:xfrm>
            <a:off x="13624021"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FFFF00"/>
                </a:highlight>
                <a:latin typeface="Poppins" panose="00000500000000000000" pitchFamily="2" charset="0"/>
                <a:cs typeface="Poppins" panose="00000500000000000000" pitchFamily="2" charset="0"/>
              </a:rPr>
              <a:t>The Current State</a:t>
            </a:r>
            <a:endParaRPr lang="en-PH" sz="2800" dirty="0">
              <a:highlight>
                <a:srgbClr val="FFFF00"/>
              </a:highlight>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4B095B10-9074-6CCA-0A26-E2746194E416}"/>
              </a:ext>
            </a:extLst>
          </p:cNvPr>
          <p:cNvSpPr txBox="1"/>
          <p:nvPr/>
        </p:nvSpPr>
        <p:spPr>
          <a:xfrm>
            <a:off x="15140946" y="973267"/>
            <a:ext cx="8257520" cy="1200329"/>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Context: </a:t>
            </a:r>
            <a:r>
              <a:rPr lang="en-US" sz="2400" dirty="0">
                <a:latin typeface="Poppins" panose="00000500000000000000" pitchFamily="2" charset="0"/>
                <a:cs typeface="Poppins" panose="00000500000000000000" pitchFamily="2" charset="0"/>
              </a:rPr>
              <a:t>BPL-LIEOs accommodate a massive influx of clients during peak business registration and renewal periods.</a:t>
            </a:r>
          </a:p>
        </p:txBody>
      </p:sp>
      <p:sp>
        <p:nvSpPr>
          <p:cNvPr id="13" name="TextBox 12">
            <a:extLst>
              <a:ext uri="{FF2B5EF4-FFF2-40B4-BE49-F238E27FC236}">
                <a16:creationId xmlns:a16="http://schemas.microsoft.com/office/drawing/2014/main" id="{989A6D79-D7FB-8498-B607-3DED42C8B709}"/>
              </a:ext>
            </a:extLst>
          </p:cNvPr>
          <p:cNvSpPr txBox="1"/>
          <p:nvPr/>
        </p:nvSpPr>
        <p:spPr>
          <a:xfrm>
            <a:off x="17146350" y="2149806"/>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Current Method: </a:t>
            </a:r>
            <a:r>
              <a:rPr lang="en-US" sz="2400" dirty="0">
                <a:latin typeface="Poppins" panose="00000500000000000000" pitchFamily="2" charset="0"/>
                <a:cs typeface="Poppins" panose="00000500000000000000" pitchFamily="2" charset="0"/>
              </a:rPr>
              <a:t>Heavy reliance on manual queuing and verbal calling.</a:t>
            </a:r>
          </a:p>
        </p:txBody>
      </p:sp>
      <p:sp>
        <p:nvSpPr>
          <p:cNvPr id="15" name="TextBox 14">
            <a:extLst>
              <a:ext uri="{FF2B5EF4-FFF2-40B4-BE49-F238E27FC236}">
                <a16:creationId xmlns:a16="http://schemas.microsoft.com/office/drawing/2014/main" id="{E1896C0B-A0B8-2E40-2838-38D4E12945E6}"/>
              </a:ext>
            </a:extLst>
          </p:cNvPr>
          <p:cNvSpPr txBox="1"/>
          <p:nvPr/>
        </p:nvSpPr>
        <p:spPr>
          <a:xfrm>
            <a:off x="19269706" y="2957012"/>
            <a:ext cx="8257519" cy="2308324"/>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Bottlenecks:</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Disorganized client flow and overcrowding.</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Client uncertainty regarding queue position.</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Staff difficulty in simultaneously processing documents, managing the line, and tracking skipped or returning clients.</a:t>
            </a:r>
          </a:p>
        </p:txBody>
      </p:sp>
      <p:cxnSp>
        <p:nvCxnSpPr>
          <p:cNvPr id="16" name="Straight Connector 15">
            <a:extLst>
              <a:ext uri="{FF2B5EF4-FFF2-40B4-BE49-F238E27FC236}">
                <a16:creationId xmlns:a16="http://schemas.microsoft.com/office/drawing/2014/main" id="{9DFE92DA-BE56-260F-2827-C0BB6A30FE56}"/>
              </a:ext>
            </a:extLst>
          </p:cNvPr>
          <p:cNvCxnSpPr>
            <a:cxnSpLocks/>
          </p:cNvCxnSpPr>
          <p:nvPr/>
        </p:nvCxnSpPr>
        <p:spPr>
          <a:xfrm>
            <a:off x="-1488720" y="1065401"/>
            <a:ext cx="11534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17" name="Group 16">
            <a:extLst>
              <a:ext uri="{FF2B5EF4-FFF2-40B4-BE49-F238E27FC236}">
                <a16:creationId xmlns:a16="http://schemas.microsoft.com/office/drawing/2014/main" id="{98929D46-499A-7B63-EFB7-8139D05E1822}"/>
              </a:ext>
            </a:extLst>
          </p:cNvPr>
          <p:cNvGrpSpPr/>
          <p:nvPr/>
        </p:nvGrpSpPr>
        <p:grpSpPr>
          <a:xfrm>
            <a:off x="-6463284" y="671332"/>
            <a:ext cx="5515336" cy="5515336"/>
            <a:chOff x="-2757668" y="671332"/>
            <a:chExt cx="5515336" cy="5515336"/>
          </a:xfrm>
        </p:grpSpPr>
        <p:cxnSp>
          <p:nvCxnSpPr>
            <p:cNvPr id="18" name="Straight Connector 17">
              <a:extLst>
                <a:ext uri="{FF2B5EF4-FFF2-40B4-BE49-F238E27FC236}">
                  <a16:creationId xmlns:a16="http://schemas.microsoft.com/office/drawing/2014/main" id="{431B4358-E8D7-3699-B165-1E215403DF33}"/>
                </a:ext>
              </a:extLst>
            </p:cNvPr>
            <p:cNvCxnSpPr>
              <a:cxnSpLocks/>
              <a:stCxn id="23" idx="0"/>
              <a:endCxn id="23"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2D290DBE-841F-D849-A7B7-E5ED6DE2E0EB}"/>
                </a:ext>
              </a:extLst>
            </p:cNvPr>
            <p:cNvCxnSpPr>
              <a:cxnSpLocks/>
              <a:stCxn id="23" idx="2"/>
              <a:endCxn id="23"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87C82318-E903-3886-7F49-FEC006F26CAD}"/>
                </a:ext>
              </a:extLst>
            </p:cNvPr>
            <p:cNvCxnSpPr>
              <a:cxnSpLocks/>
              <a:stCxn id="23" idx="3"/>
              <a:endCxn id="23"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23EE093F-8F80-CC2B-7166-D55243D5502F}"/>
                </a:ext>
              </a:extLst>
            </p:cNvPr>
            <p:cNvCxnSpPr>
              <a:cxnSpLocks/>
              <a:stCxn id="23" idx="1"/>
              <a:endCxn id="23"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3" name="Circle: Hollow 22">
            <a:extLst>
              <a:ext uri="{FF2B5EF4-FFF2-40B4-BE49-F238E27FC236}">
                <a16:creationId xmlns:a16="http://schemas.microsoft.com/office/drawing/2014/main" id="{70DC1D2A-16DC-251F-5BF5-D00AA53F221C}"/>
              </a:ext>
            </a:extLst>
          </p:cNvPr>
          <p:cNvSpPr/>
          <p:nvPr/>
        </p:nvSpPr>
        <p:spPr>
          <a:xfrm>
            <a:off x="-646328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24" name="Oval 23">
            <a:extLst>
              <a:ext uri="{FF2B5EF4-FFF2-40B4-BE49-F238E27FC236}">
                <a16:creationId xmlns:a16="http://schemas.microsoft.com/office/drawing/2014/main" id="{134F615A-3F16-8BF2-17EF-AB2FD99C47F1}"/>
              </a:ext>
            </a:extLst>
          </p:cNvPr>
          <p:cNvSpPr/>
          <p:nvPr/>
        </p:nvSpPr>
        <p:spPr>
          <a:xfrm>
            <a:off x="-3442468" y="350161"/>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5" name="Graphic 24" descr="Research with solid fill">
            <a:extLst>
              <a:ext uri="{FF2B5EF4-FFF2-40B4-BE49-F238E27FC236}">
                <a16:creationId xmlns:a16="http://schemas.microsoft.com/office/drawing/2014/main" id="{28AC3B9C-045F-D732-E2A7-0249023C5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4642" y="754845"/>
            <a:ext cx="914400" cy="914400"/>
          </a:xfrm>
          <a:prstGeom prst="rect">
            <a:avLst/>
          </a:prstGeom>
        </p:spPr>
      </p:pic>
      <p:pic>
        <p:nvPicPr>
          <p:cNvPr id="26" name="Graphic 25" descr="Clipboard Checked with solid fill">
            <a:extLst>
              <a:ext uri="{FF2B5EF4-FFF2-40B4-BE49-F238E27FC236}">
                <a16:creationId xmlns:a16="http://schemas.microsoft.com/office/drawing/2014/main" id="{FFCFC840-770D-BF41-3731-DEDEF4B134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03120" y="2434935"/>
            <a:ext cx="914400" cy="914400"/>
          </a:xfrm>
          <a:prstGeom prst="rect">
            <a:avLst/>
          </a:prstGeom>
        </p:spPr>
      </p:pic>
      <p:pic>
        <p:nvPicPr>
          <p:cNvPr id="27" name="Graphic 26" descr="Blueprint with solid fill">
            <a:extLst>
              <a:ext uri="{FF2B5EF4-FFF2-40B4-BE49-F238E27FC236}">
                <a16:creationId xmlns:a16="http://schemas.microsoft.com/office/drawing/2014/main" id="{0DFC3602-3054-0B64-C751-7FE616857C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03120" y="3823070"/>
            <a:ext cx="914400" cy="914400"/>
          </a:xfrm>
          <a:prstGeom prst="rect">
            <a:avLst/>
          </a:prstGeom>
        </p:spPr>
      </p:pic>
      <p:pic>
        <p:nvPicPr>
          <p:cNvPr id="28" name="Graphic 27" descr="Tools with solid fill">
            <a:extLst>
              <a:ext uri="{FF2B5EF4-FFF2-40B4-BE49-F238E27FC236}">
                <a16:creationId xmlns:a16="http://schemas.microsoft.com/office/drawing/2014/main" id="{43B24289-CA77-567C-2F0A-505E3D2D19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02853" y="4642704"/>
            <a:ext cx="914400" cy="914400"/>
          </a:xfrm>
          <a:prstGeom prst="rect">
            <a:avLst/>
          </a:prstGeom>
        </p:spPr>
      </p:pic>
    </p:spTree>
    <p:extLst>
      <p:ext uri="{BB962C8B-B14F-4D97-AF65-F5344CB8AC3E}">
        <p14:creationId xmlns:p14="http://schemas.microsoft.com/office/powerpoint/2010/main" val="11911494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59CE8-0512-5869-8BCB-C77DFF53D2C8}"/>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334608D7-8E22-3EFC-590E-092B9878C4EA}"/>
              </a:ext>
            </a:extLst>
          </p:cNvPr>
          <p:cNvCxnSpPr>
            <a:cxnSpLocks/>
          </p:cNvCxnSpPr>
          <p:nvPr/>
        </p:nvCxnSpPr>
        <p:spPr>
          <a:xfrm>
            <a:off x="2153640" y="1065401"/>
            <a:ext cx="11534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EB57EEBE-2643-5F3B-075E-F135CF920E78}"/>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AD923374-0F9D-861A-2242-00F806CE5607}"/>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8D2F7626-FB7D-80E1-CF5C-53B6E5C3187C}"/>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66A7E633-C00B-2C0B-D2D3-45FB0D121DF2}"/>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68F17D3D-87EC-6BFF-1F58-D20968C50CAA}"/>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C29A791B-7439-5932-BC15-16CB09AF46A4}"/>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5" name="Rectangle: Rounded Corners 4">
            <a:extLst>
              <a:ext uri="{FF2B5EF4-FFF2-40B4-BE49-F238E27FC236}">
                <a16:creationId xmlns:a16="http://schemas.microsoft.com/office/drawing/2014/main" id="{FDEA8205-AB25-DDC7-DEA9-AAC12D56519E}"/>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6" name="Oval 5">
            <a:extLst>
              <a:ext uri="{FF2B5EF4-FFF2-40B4-BE49-F238E27FC236}">
                <a16:creationId xmlns:a16="http://schemas.microsoft.com/office/drawing/2014/main" id="{23755EEA-19DD-E9C9-7027-91CC3A0CA3F2}"/>
              </a:ext>
            </a:extLst>
          </p:cNvPr>
          <p:cNvSpPr/>
          <p:nvPr/>
        </p:nvSpPr>
        <p:spPr>
          <a:xfrm>
            <a:off x="199892" y="350161"/>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981F11D6-5437-96D4-6ED1-E1E822AEFD6F}"/>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FFFF00"/>
                </a:highlight>
                <a:latin typeface="Poppins" panose="00000500000000000000" pitchFamily="2" charset="0"/>
                <a:cs typeface="Poppins" panose="00000500000000000000" pitchFamily="2" charset="0"/>
              </a:rPr>
              <a:t>The Current State</a:t>
            </a:r>
            <a:endParaRPr lang="en-PH" sz="2800" dirty="0">
              <a:highlight>
                <a:srgbClr val="FFFF00"/>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B80792E0-8E41-9DFF-59A5-2C99061F5F50}"/>
              </a:ext>
            </a:extLst>
          </p:cNvPr>
          <p:cNvSpPr txBox="1"/>
          <p:nvPr/>
        </p:nvSpPr>
        <p:spPr>
          <a:xfrm>
            <a:off x="3671332" y="973267"/>
            <a:ext cx="8257520" cy="1200329"/>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Context: </a:t>
            </a:r>
            <a:r>
              <a:rPr lang="en-US" sz="2400" dirty="0">
                <a:latin typeface="Poppins" panose="00000500000000000000" pitchFamily="2" charset="0"/>
                <a:cs typeface="Poppins" panose="00000500000000000000" pitchFamily="2" charset="0"/>
              </a:rPr>
              <a:t>BPL-LIEOs accommodate a massive influx of clients during peak business registration and renewal periods.</a:t>
            </a:r>
          </a:p>
        </p:txBody>
      </p:sp>
      <p:sp>
        <p:nvSpPr>
          <p:cNvPr id="13" name="TextBox 12">
            <a:extLst>
              <a:ext uri="{FF2B5EF4-FFF2-40B4-BE49-F238E27FC236}">
                <a16:creationId xmlns:a16="http://schemas.microsoft.com/office/drawing/2014/main" id="{401527E9-98FB-B67D-7CAB-F9F6D02F5AF0}"/>
              </a:ext>
            </a:extLst>
          </p:cNvPr>
          <p:cNvSpPr txBox="1"/>
          <p:nvPr/>
        </p:nvSpPr>
        <p:spPr>
          <a:xfrm>
            <a:off x="3671332" y="2149806"/>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Current Method: </a:t>
            </a:r>
            <a:r>
              <a:rPr lang="en-US" sz="2400" dirty="0">
                <a:latin typeface="Poppins" panose="00000500000000000000" pitchFamily="2" charset="0"/>
                <a:cs typeface="Poppins" panose="00000500000000000000" pitchFamily="2" charset="0"/>
              </a:rPr>
              <a:t>Heavy reliance on manual queuing and verbal calling.</a:t>
            </a:r>
          </a:p>
        </p:txBody>
      </p:sp>
      <p:sp>
        <p:nvSpPr>
          <p:cNvPr id="15" name="TextBox 14">
            <a:extLst>
              <a:ext uri="{FF2B5EF4-FFF2-40B4-BE49-F238E27FC236}">
                <a16:creationId xmlns:a16="http://schemas.microsoft.com/office/drawing/2014/main" id="{209461DF-6A30-2CC4-2A68-03808D351123}"/>
              </a:ext>
            </a:extLst>
          </p:cNvPr>
          <p:cNvSpPr txBox="1"/>
          <p:nvPr/>
        </p:nvSpPr>
        <p:spPr>
          <a:xfrm>
            <a:off x="3671331" y="2957012"/>
            <a:ext cx="8257519" cy="2308324"/>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Bottlenecks:</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Disorganized client flow and overcrowding.</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Client uncertainty regarding queue position.</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Staff difficulty in simultaneously processing documents, managing the line, and tracking skipped or returning clients.</a:t>
            </a:r>
          </a:p>
        </p:txBody>
      </p:sp>
      <p:pic>
        <p:nvPicPr>
          <p:cNvPr id="11" name="Graphic 10" descr="Research with solid fill">
            <a:extLst>
              <a:ext uri="{FF2B5EF4-FFF2-40B4-BE49-F238E27FC236}">
                <a16:creationId xmlns:a16="http://schemas.microsoft.com/office/drawing/2014/main" id="{240D87F0-A936-FFD4-E4C3-669454E208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718" y="754845"/>
            <a:ext cx="914400" cy="914400"/>
          </a:xfrm>
          <a:prstGeom prst="rect">
            <a:avLst/>
          </a:prstGeom>
        </p:spPr>
      </p:pic>
      <p:pic>
        <p:nvPicPr>
          <p:cNvPr id="57" name="Graphic 56" descr="Clipboard Checked with solid fill">
            <a:extLst>
              <a:ext uri="{FF2B5EF4-FFF2-40B4-BE49-F238E27FC236}">
                <a16:creationId xmlns:a16="http://schemas.microsoft.com/office/drawing/2014/main" id="{F954F875-7BF6-B00E-DCA6-99CDAD36A7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9240" y="2434935"/>
            <a:ext cx="914400" cy="914400"/>
          </a:xfrm>
          <a:prstGeom prst="rect">
            <a:avLst/>
          </a:prstGeom>
        </p:spPr>
      </p:pic>
      <p:pic>
        <p:nvPicPr>
          <p:cNvPr id="59" name="Graphic 58" descr="Blueprint with solid fill">
            <a:extLst>
              <a:ext uri="{FF2B5EF4-FFF2-40B4-BE49-F238E27FC236}">
                <a16:creationId xmlns:a16="http://schemas.microsoft.com/office/drawing/2014/main" id="{E474A5B8-F0FD-61DE-651B-113AFFAA5F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9240" y="3823070"/>
            <a:ext cx="914400" cy="914400"/>
          </a:xfrm>
          <a:prstGeom prst="rect">
            <a:avLst/>
          </a:prstGeom>
        </p:spPr>
      </p:pic>
      <p:pic>
        <p:nvPicPr>
          <p:cNvPr id="61" name="Graphic 60" descr="Tools with solid fill">
            <a:extLst>
              <a:ext uri="{FF2B5EF4-FFF2-40B4-BE49-F238E27FC236}">
                <a16:creationId xmlns:a16="http://schemas.microsoft.com/office/drawing/2014/main" id="{38D5E76D-2EB0-27F7-93EA-9677F2AF44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9507" y="4642704"/>
            <a:ext cx="914400" cy="914400"/>
          </a:xfrm>
          <a:prstGeom prst="rect">
            <a:avLst/>
          </a:prstGeom>
        </p:spPr>
      </p:pic>
      <p:grpSp>
        <p:nvGrpSpPr>
          <p:cNvPr id="3" name="Group 2">
            <a:extLst>
              <a:ext uri="{FF2B5EF4-FFF2-40B4-BE49-F238E27FC236}">
                <a16:creationId xmlns:a16="http://schemas.microsoft.com/office/drawing/2014/main" id="{D6153103-6968-E439-235A-3314C5879DF5}"/>
              </a:ext>
            </a:extLst>
          </p:cNvPr>
          <p:cNvGrpSpPr/>
          <p:nvPr/>
        </p:nvGrpSpPr>
        <p:grpSpPr>
          <a:xfrm>
            <a:off x="1520142" y="-5817093"/>
            <a:ext cx="9151716" cy="3279944"/>
            <a:chOff x="1655335" y="831574"/>
            <a:chExt cx="9151716" cy="3279944"/>
          </a:xfrm>
        </p:grpSpPr>
        <p:sp>
          <p:nvSpPr>
            <p:cNvPr id="4" name="TextBox 8">
              <a:extLst>
                <a:ext uri="{FF2B5EF4-FFF2-40B4-BE49-F238E27FC236}">
                  <a16:creationId xmlns:a16="http://schemas.microsoft.com/office/drawing/2014/main" id="{06010FDC-F0E2-B447-0C81-95CA0B3F1104}"/>
                </a:ext>
              </a:extLst>
            </p:cNvPr>
            <p:cNvSpPr txBox="1"/>
            <p:nvPr/>
          </p:nvSpPr>
          <p:spPr>
            <a:xfrm>
              <a:off x="1655335" y="831574"/>
              <a:ext cx="9151716" cy="2923877"/>
            </a:xfrm>
            <a:prstGeom prst="rect">
              <a:avLst/>
            </a:prstGeom>
          </p:spPr>
          <p:txBody>
            <a:bodyPr wrap="square" lIns="0" tIns="0" rIns="0" bIns="0" rtlCol="0" anchor="t">
              <a:spAutoFit/>
            </a:bodyPr>
            <a:lstStyle/>
            <a:p>
              <a:pPr algn="ctr"/>
              <a:r>
                <a:rPr lang="en-US" sz="3800" b="1" dirty="0">
                  <a:latin typeface="Poppins" panose="00000500000000000000" pitchFamily="2" charset="0"/>
                  <a:cs typeface="Poppins" panose="00000500000000000000" pitchFamily="2" charset="0"/>
                </a:rPr>
                <a:t>DESIGN AND IMPLEMENTATION</a:t>
              </a:r>
            </a:p>
            <a:p>
              <a:pPr algn="ctr"/>
              <a:r>
                <a:rPr lang="en-US" sz="3800" b="1" dirty="0">
                  <a:latin typeface="Poppins" panose="00000500000000000000" pitchFamily="2" charset="0"/>
                  <a:cs typeface="Poppins" panose="00000500000000000000" pitchFamily="2" charset="0"/>
                </a:rPr>
                <a:t>REAL-TIME LAN-BASED</a:t>
              </a:r>
            </a:p>
            <a:p>
              <a:pPr algn="ctr"/>
              <a:r>
                <a:rPr lang="en-US" sz="3800" b="1" dirty="0">
                  <a:latin typeface="Poppins" panose="00000500000000000000" pitchFamily="2" charset="0"/>
                  <a:cs typeface="Poppins" panose="00000500000000000000" pitchFamily="2" charset="0"/>
                </a:rPr>
                <a:t>QUEUING MANAGEMENT &amp;</a:t>
              </a:r>
            </a:p>
            <a:p>
              <a:pPr algn="ctr"/>
              <a:r>
                <a:rPr lang="en-US" sz="3800" b="1" dirty="0">
                  <a:latin typeface="Poppins" panose="00000500000000000000" pitchFamily="2" charset="0"/>
                  <a:cs typeface="Poppins" panose="00000500000000000000" pitchFamily="2" charset="0"/>
                </a:rPr>
                <a:t>STATISTICAL REPORTING</a:t>
              </a:r>
            </a:p>
            <a:p>
              <a:pPr algn="ctr"/>
              <a:r>
                <a:rPr lang="en-US" sz="3800" b="1" dirty="0">
                  <a:latin typeface="Poppins" panose="00000500000000000000" pitchFamily="2" charset="0"/>
                  <a:cs typeface="Poppins" panose="00000500000000000000" pitchFamily="2" charset="0"/>
                </a:rPr>
                <a:t>SYSTEM</a:t>
              </a:r>
            </a:p>
          </p:txBody>
        </p:sp>
        <p:sp>
          <p:nvSpPr>
            <p:cNvPr id="7" name="TextBox 8">
              <a:extLst>
                <a:ext uri="{FF2B5EF4-FFF2-40B4-BE49-F238E27FC236}">
                  <a16:creationId xmlns:a16="http://schemas.microsoft.com/office/drawing/2014/main" id="{B6512486-AA48-A2C5-A242-1D6162E34C20}"/>
                </a:ext>
              </a:extLst>
            </p:cNvPr>
            <p:cNvSpPr txBox="1"/>
            <p:nvPr/>
          </p:nvSpPr>
          <p:spPr>
            <a:xfrm>
              <a:off x="1655335" y="3680631"/>
              <a:ext cx="9151716" cy="430887"/>
            </a:xfrm>
            <a:prstGeom prst="rect">
              <a:avLst/>
            </a:prstGeom>
          </p:spPr>
          <p:txBody>
            <a:bodyPr wrap="square" lIns="0" tIns="0" rIns="0" bIns="0" rtlCol="0" anchor="t">
              <a:spAutoFit/>
            </a:bodyPr>
            <a:lstStyle/>
            <a:p>
              <a:pPr algn="ctr"/>
              <a:r>
                <a:rPr lang="en-US" sz="2800" b="1" dirty="0">
                  <a:solidFill>
                    <a:srgbClr val="0070C0"/>
                  </a:solidFill>
                  <a:latin typeface="Poppins" panose="00000500000000000000" pitchFamily="2" charset="0"/>
                  <a:cs typeface="Poppins" panose="00000500000000000000" pitchFamily="2" charset="0"/>
                </a:rPr>
                <a:t>FOR THE BPL-LIEO OF LGU ROSARIO, LA UNION</a:t>
              </a:r>
            </a:p>
          </p:txBody>
        </p:sp>
      </p:grpSp>
      <p:sp>
        <p:nvSpPr>
          <p:cNvPr id="12" name="TextBox 8">
            <a:extLst>
              <a:ext uri="{FF2B5EF4-FFF2-40B4-BE49-F238E27FC236}">
                <a16:creationId xmlns:a16="http://schemas.microsoft.com/office/drawing/2014/main" id="{40D802D5-D15F-E18B-C14F-C1231E39298D}"/>
              </a:ext>
            </a:extLst>
          </p:cNvPr>
          <p:cNvSpPr txBox="1"/>
          <p:nvPr/>
        </p:nvSpPr>
        <p:spPr>
          <a:xfrm>
            <a:off x="4190190" y="-2274250"/>
            <a:ext cx="3811620" cy="1538883"/>
          </a:xfrm>
          <a:prstGeom prst="rect">
            <a:avLst/>
          </a:prstGeom>
        </p:spPr>
        <p:txBody>
          <a:bodyPr wrap="square" lIns="0" tIns="0" rIns="0" bIns="0" rtlCol="0" anchor="t">
            <a:spAutoFit/>
          </a:bodyPr>
          <a:lstStyle/>
          <a:p>
            <a:pPr algn="ctr"/>
            <a:r>
              <a:rPr lang="es-ES" sz="2000" dirty="0">
                <a:latin typeface="Poppins" panose="00000500000000000000" pitchFamily="2" charset="0"/>
                <a:cs typeface="Poppins" panose="00000500000000000000" pitchFamily="2" charset="0"/>
              </a:rPr>
              <a:t>Tandas, Rojean F. </a:t>
            </a:r>
          </a:p>
          <a:p>
            <a:pPr algn="ctr"/>
            <a:r>
              <a:rPr lang="es-ES" sz="2000" dirty="0">
                <a:latin typeface="Poppins" panose="00000500000000000000" pitchFamily="2" charset="0"/>
                <a:cs typeface="Poppins" panose="00000500000000000000" pitchFamily="2" charset="0"/>
              </a:rPr>
              <a:t>Barbosa, </a:t>
            </a:r>
            <a:r>
              <a:rPr lang="es-ES" sz="2000" dirty="0" err="1">
                <a:latin typeface="Poppins" panose="00000500000000000000" pitchFamily="2" charset="0"/>
                <a:cs typeface="Poppins" panose="00000500000000000000" pitchFamily="2" charset="0"/>
              </a:rPr>
              <a:t>Manrijan</a:t>
            </a:r>
            <a:r>
              <a:rPr lang="es-ES" sz="2000" dirty="0">
                <a:latin typeface="Poppins" panose="00000500000000000000" pitchFamily="2" charset="0"/>
                <a:cs typeface="Poppins" panose="00000500000000000000" pitchFamily="2" charset="0"/>
              </a:rPr>
              <a:t> M. </a:t>
            </a:r>
          </a:p>
          <a:p>
            <a:pPr algn="ctr"/>
            <a:r>
              <a:rPr lang="es-ES" sz="2000" dirty="0">
                <a:latin typeface="Poppins" panose="00000500000000000000" pitchFamily="2" charset="0"/>
                <a:cs typeface="Poppins" panose="00000500000000000000" pitchFamily="2" charset="0"/>
              </a:rPr>
              <a:t>Estrelles, Carren Nicole A.</a:t>
            </a:r>
          </a:p>
          <a:p>
            <a:pPr algn="ctr"/>
            <a:r>
              <a:rPr lang="es-ES" sz="2000" dirty="0">
                <a:latin typeface="Poppins" panose="00000500000000000000" pitchFamily="2" charset="0"/>
                <a:cs typeface="Poppins" panose="00000500000000000000" pitchFamily="2" charset="0"/>
              </a:rPr>
              <a:t>Garcia , John David R. </a:t>
            </a:r>
          </a:p>
          <a:p>
            <a:pPr algn="ctr"/>
            <a:r>
              <a:rPr lang="es-ES" sz="2000" dirty="0">
                <a:latin typeface="Poppins" panose="00000500000000000000" pitchFamily="2" charset="0"/>
                <a:cs typeface="Poppins" panose="00000500000000000000" pitchFamily="2" charset="0"/>
              </a:rPr>
              <a:t>Rulloda, Jade Allysa V. </a:t>
            </a:r>
          </a:p>
        </p:txBody>
      </p:sp>
      <p:sp>
        <p:nvSpPr>
          <p:cNvPr id="14" name="TextBox 8">
            <a:extLst>
              <a:ext uri="{FF2B5EF4-FFF2-40B4-BE49-F238E27FC236}">
                <a16:creationId xmlns:a16="http://schemas.microsoft.com/office/drawing/2014/main" id="{7D93E8F9-40EA-DBFC-4F75-9A9E748FBC22}"/>
              </a:ext>
            </a:extLst>
          </p:cNvPr>
          <p:cNvSpPr txBox="1"/>
          <p:nvPr/>
        </p:nvSpPr>
        <p:spPr>
          <a:xfrm>
            <a:off x="231649" y="-552317"/>
            <a:ext cx="11728702" cy="307777"/>
          </a:xfrm>
          <a:prstGeom prst="rect">
            <a:avLst/>
          </a:prstGeom>
        </p:spPr>
        <p:txBody>
          <a:bodyPr wrap="square" lIns="0" tIns="0" rIns="0" bIns="0" rtlCol="0" anchor="t">
            <a:spAutoFit/>
          </a:bodyPr>
          <a:lstStyle/>
          <a:p>
            <a:pPr algn="ctr"/>
            <a:r>
              <a:rPr lang="en-US" sz="2000" dirty="0">
                <a:solidFill>
                  <a:schemeClr val="tx1">
                    <a:lumMod val="50000"/>
                    <a:lumOff val="50000"/>
                  </a:schemeClr>
                </a:solidFill>
                <a:latin typeface="Poppins" panose="00000500000000000000" pitchFamily="2" charset="0"/>
                <a:cs typeface="Poppins" panose="00000500000000000000" pitchFamily="2" charset="0"/>
              </a:rPr>
              <a:t>Don Mariano Marcos Memorial State University - South La Union Campus</a:t>
            </a:r>
          </a:p>
        </p:txBody>
      </p:sp>
      <p:sp>
        <p:nvSpPr>
          <p:cNvPr id="37" name="TextBox 36">
            <a:extLst>
              <a:ext uri="{FF2B5EF4-FFF2-40B4-BE49-F238E27FC236}">
                <a16:creationId xmlns:a16="http://schemas.microsoft.com/office/drawing/2014/main" id="{9AA66635-1648-28E0-6B6C-06DC2BAB9967}"/>
              </a:ext>
            </a:extLst>
          </p:cNvPr>
          <p:cNvSpPr txBox="1"/>
          <p:nvPr/>
        </p:nvSpPr>
        <p:spPr>
          <a:xfrm>
            <a:off x="13160384" y="401555"/>
            <a:ext cx="8620990"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00FF00"/>
                </a:highlight>
                <a:latin typeface="Poppins" panose="00000500000000000000" pitchFamily="2" charset="0"/>
                <a:cs typeface="Poppins" panose="00000500000000000000" pitchFamily="2" charset="0"/>
              </a:rPr>
              <a:t>The Accessibility Gap</a:t>
            </a:r>
            <a:endParaRPr lang="en-PH" sz="2800" dirty="0">
              <a:highlight>
                <a:srgbClr val="00FF00"/>
              </a:highlight>
              <a:latin typeface="Poppins" panose="00000500000000000000" pitchFamily="2" charset="0"/>
              <a:cs typeface="Poppins" panose="00000500000000000000" pitchFamily="2" charset="0"/>
            </a:endParaRPr>
          </a:p>
        </p:txBody>
      </p:sp>
      <p:sp>
        <p:nvSpPr>
          <p:cNvPr id="39" name="TextBox 38">
            <a:extLst>
              <a:ext uri="{FF2B5EF4-FFF2-40B4-BE49-F238E27FC236}">
                <a16:creationId xmlns:a16="http://schemas.microsoft.com/office/drawing/2014/main" id="{0DEC2399-B9F2-70EA-4036-3D2839D7B70D}"/>
              </a:ext>
            </a:extLst>
          </p:cNvPr>
          <p:cNvSpPr txBox="1"/>
          <p:nvPr/>
        </p:nvSpPr>
        <p:spPr>
          <a:xfrm>
            <a:off x="14457758" y="896345"/>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Reality of the Market: </a:t>
            </a:r>
            <a:r>
              <a:rPr lang="en-US" sz="2400" dirty="0">
                <a:latin typeface="Poppins" panose="00000500000000000000" pitchFamily="2" charset="0"/>
                <a:cs typeface="Poppins" panose="00000500000000000000" pitchFamily="2" charset="0"/>
              </a:rPr>
              <a:t>Advanced queuing features (AI forecasting, audit trails) exist in enterprise platforms like </a:t>
            </a:r>
            <a:r>
              <a:rPr lang="en-US" sz="2400" dirty="0" err="1">
                <a:latin typeface="Poppins" panose="00000500000000000000" pitchFamily="2" charset="0"/>
                <a:cs typeface="Poppins" panose="00000500000000000000" pitchFamily="2" charset="0"/>
              </a:rPr>
              <a:t>Qminder</a:t>
            </a:r>
            <a:r>
              <a:rPr lang="en-US" sz="2400" dirty="0">
                <a:latin typeface="Poppins" panose="00000500000000000000" pitchFamily="2" charset="0"/>
                <a:cs typeface="Poppins" panose="00000500000000000000" pitchFamily="2" charset="0"/>
              </a:rPr>
              <a:t> and </a:t>
            </a:r>
            <a:r>
              <a:rPr lang="en-US" sz="2400" dirty="0" err="1">
                <a:latin typeface="Poppins" panose="00000500000000000000" pitchFamily="2" charset="0"/>
                <a:cs typeface="Poppins" panose="00000500000000000000" pitchFamily="2" charset="0"/>
              </a:rPr>
              <a:t>Wavetec</a:t>
            </a:r>
            <a:r>
              <a:rPr lang="en-US" sz="2400" dirty="0">
                <a:latin typeface="Poppins" panose="00000500000000000000" pitchFamily="2" charset="0"/>
                <a:cs typeface="Poppins" panose="00000500000000000000" pitchFamily="2" charset="0"/>
              </a:rPr>
              <a:t>, but they require expensive recurring subscriptions and fast, reliable cloud internet.</a:t>
            </a:r>
          </a:p>
        </p:txBody>
      </p:sp>
      <p:sp>
        <p:nvSpPr>
          <p:cNvPr id="41" name="TextBox 40">
            <a:extLst>
              <a:ext uri="{FF2B5EF4-FFF2-40B4-BE49-F238E27FC236}">
                <a16:creationId xmlns:a16="http://schemas.microsoft.com/office/drawing/2014/main" id="{902D9343-2CE0-59AF-9146-DCDCFF497F19}"/>
              </a:ext>
            </a:extLst>
          </p:cNvPr>
          <p:cNvSpPr txBox="1"/>
          <p:nvPr/>
        </p:nvSpPr>
        <p:spPr>
          <a:xfrm>
            <a:off x="15755132" y="2822335"/>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LGU Limitation: </a:t>
            </a:r>
            <a:r>
              <a:rPr lang="en-US" sz="2400" dirty="0">
                <a:latin typeface="Poppins" panose="00000500000000000000" pitchFamily="2" charset="0"/>
                <a:cs typeface="Poppins" panose="00000500000000000000" pitchFamily="2" charset="0"/>
              </a:rPr>
              <a:t>Free cloud-based queuing systems exist, but they strip out essential analytics and fail entirely when the internet goes down. Municipal LGUs like Rosario cannot afford enterprise fees nor rely on unstable internet.</a:t>
            </a:r>
          </a:p>
        </p:txBody>
      </p:sp>
      <p:sp>
        <p:nvSpPr>
          <p:cNvPr id="43" name="TextBox 42">
            <a:extLst>
              <a:ext uri="{FF2B5EF4-FFF2-40B4-BE49-F238E27FC236}">
                <a16:creationId xmlns:a16="http://schemas.microsoft.com/office/drawing/2014/main" id="{A36692F7-E8EA-CE58-735B-2ADE59C434ED}"/>
              </a:ext>
            </a:extLst>
          </p:cNvPr>
          <p:cNvSpPr txBox="1"/>
          <p:nvPr/>
        </p:nvSpPr>
        <p:spPr>
          <a:xfrm>
            <a:off x="17340092" y="4827177"/>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True Gap: </a:t>
            </a:r>
            <a:r>
              <a:rPr lang="en-US" sz="2400" dirty="0">
                <a:latin typeface="Poppins" panose="00000500000000000000" pitchFamily="2" charset="0"/>
                <a:cs typeface="Poppins" panose="00000500000000000000" pitchFamily="2" charset="0"/>
              </a:rPr>
              <a:t>There is no free, fully offline, self-hosted queuing system that provides enterprise-grade accountability and analytics tailored for the specific workflow of a local government office.</a:t>
            </a:r>
          </a:p>
        </p:txBody>
      </p:sp>
    </p:spTree>
    <p:extLst>
      <p:ext uri="{BB962C8B-B14F-4D97-AF65-F5344CB8AC3E}">
        <p14:creationId xmlns:p14="http://schemas.microsoft.com/office/powerpoint/2010/main" val="17630933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E497D-2181-8246-DCAA-D78C8DEEE45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73EB253-A03A-78E6-E957-D76DD1B06FBF}"/>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cxnSp>
        <p:nvCxnSpPr>
          <p:cNvPr id="9" name="Straight Connector 8">
            <a:extLst>
              <a:ext uri="{FF2B5EF4-FFF2-40B4-BE49-F238E27FC236}">
                <a16:creationId xmlns:a16="http://schemas.microsoft.com/office/drawing/2014/main" id="{14D74E32-A7F0-D352-3ECF-17A28924E518}"/>
              </a:ext>
            </a:extLst>
          </p:cNvPr>
          <p:cNvCxnSpPr>
            <a:cxnSpLocks/>
          </p:cNvCxnSpPr>
          <p:nvPr/>
        </p:nvCxnSpPr>
        <p:spPr>
          <a:xfrm>
            <a:off x="2153640" y="1065401"/>
            <a:ext cx="11534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1F6FBE61-A891-EEC6-46F4-E797A08A12EA}"/>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93D7F171-DFBF-AC54-DF15-EF3F88F75423}"/>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234D19BA-36E3-CFF6-F63D-C3F2190E1A4A}"/>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C82E6553-A537-9637-8B48-2BD94E4D57B2}"/>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7AEB7149-F2F8-1B3B-DDF4-0E6FEE0FB431}"/>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774681D0-80FC-7DEB-3A0D-9871007F98D6}"/>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6" name="Oval 5">
            <a:extLst>
              <a:ext uri="{FF2B5EF4-FFF2-40B4-BE49-F238E27FC236}">
                <a16:creationId xmlns:a16="http://schemas.microsoft.com/office/drawing/2014/main" id="{28389B81-C229-568C-EE9F-EFE6FBC1E097}"/>
              </a:ext>
            </a:extLst>
          </p:cNvPr>
          <p:cNvSpPr/>
          <p:nvPr/>
        </p:nvSpPr>
        <p:spPr>
          <a:xfrm>
            <a:off x="199892" y="350161"/>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EB2547A2-9A5F-0C26-DBF2-3DBBB5467DBD}"/>
              </a:ext>
            </a:extLst>
          </p:cNvPr>
          <p:cNvSpPr txBox="1"/>
          <p:nvPr/>
        </p:nvSpPr>
        <p:spPr>
          <a:xfrm>
            <a:off x="3706048" y="401555"/>
            <a:ext cx="8620990"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00FF00"/>
                </a:highlight>
                <a:latin typeface="Poppins" panose="00000500000000000000" pitchFamily="2" charset="0"/>
                <a:cs typeface="Poppins" panose="00000500000000000000" pitchFamily="2" charset="0"/>
              </a:rPr>
              <a:t>The Accessibility Gap</a:t>
            </a:r>
            <a:endParaRPr lang="en-PH" sz="2800" dirty="0">
              <a:highlight>
                <a:srgbClr val="00FF00"/>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0D62354C-B39B-2547-A9EC-7BE8D13AA362}"/>
              </a:ext>
            </a:extLst>
          </p:cNvPr>
          <p:cNvSpPr txBox="1"/>
          <p:nvPr/>
        </p:nvSpPr>
        <p:spPr>
          <a:xfrm>
            <a:off x="3671332" y="896345"/>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Reality of the Market: </a:t>
            </a:r>
            <a:r>
              <a:rPr lang="en-US" sz="2400" dirty="0">
                <a:latin typeface="Poppins" panose="00000500000000000000" pitchFamily="2" charset="0"/>
                <a:cs typeface="Poppins" panose="00000500000000000000" pitchFamily="2" charset="0"/>
              </a:rPr>
              <a:t>Advanced queuing features (AI forecasting, audit trails) exist in enterprise platforms like </a:t>
            </a:r>
            <a:r>
              <a:rPr lang="en-US" sz="2400" dirty="0" err="1">
                <a:latin typeface="Poppins" panose="00000500000000000000" pitchFamily="2" charset="0"/>
                <a:cs typeface="Poppins" panose="00000500000000000000" pitchFamily="2" charset="0"/>
              </a:rPr>
              <a:t>Qminder</a:t>
            </a:r>
            <a:r>
              <a:rPr lang="en-US" sz="2400" dirty="0">
                <a:latin typeface="Poppins" panose="00000500000000000000" pitchFamily="2" charset="0"/>
                <a:cs typeface="Poppins" panose="00000500000000000000" pitchFamily="2" charset="0"/>
              </a:rPr>
              <a:t> and </a:t>
            </a:r>
            <a:r>
              <a:rPr lang="en-US" sz="2400" dirty="0" err="1">
                <a:latin typeface="Poppins" panose="00000500000000000000" pitchFamily="2" charset="0"/>
                <a:cs typeface="Poppins" panose="00000500000000000000" pitchFamily="2" charset="0"/>
              </a:rPr>
              <a:t>Wavetec</a:t>
            </a:r>
            <a:r>
              <a:rPr lang="en-US" sz="2400" dirty="0">
                <a:latin typeface="Poppins" panose="00000500000000000000" pitchFamily="2" charset="0"/>
                <a:cs typeface="Poppins" panose="00000500000000000000" pitchFamily="2" charset="0"/>
              </a:rPr>
              <a:t>, but they require expensive recurring subscriptions and fast, reliable cloud internet.</a:t>
            </a:r>
          </a:p>
        </p:txBody>
      </p:sp>
      <p:sp>
        <p:nvSpPr>
          <p:cNvPr id="13" name="TextBox 12">
            <a:extLst>
              <a:ext uri="{FF2B5EF4-FFF2-40B4-BE49-F238E27FC236}">
                <a16:creationId xmlns:a16="http://schemas.microsoft.com/office/drawing/2014/main" id="{D5B6C46F-3861-16E2-E731-6C939A3C5D80}"/>
              </a:ext>
            </a:extLst>
          </p:cNvPr>
          <p:cNvSpPr txBox="1"/>
          <p:nvPr/>
        </p:nvSpPr>
        <p:spPr>
          <a:xfrm>
            <a:off x="3671332" y="2822335"/>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LGU Limitation: </a:t>
            </a:r>
            <a:r>
              <a:rPr lang="en-US" sz="2400" dirty="0">
                <a:latin typeface="Poppins" panose="00000500000000000000" pitchFamily="2" charset="0"/>
                <a:cs typeface="Poppins" panose="00000500000000000000" pitchFamily="2" charset="0"/>
              </a:rPr>
              <a:t>Free cloud-based queuing systems exist, but they strip out essential analytics and fail entirely when the internet goes down. Municipal LGUs like Rosario cannot afford enterprise fees nor rely on unstable internet.</a:t>
            </a:r>
          </a:p>
        </p:txBody>
      </p:sp>
      <p:pic>
        <p:nvPicPr>
          <p:cNvPr id="11" name="Graphic 10" descr="Research with solid fill">
            <a:extLst>
              <a:ext uri="{FF2B5EF4-FFF2-40B4-BE49-F238E27FC236}">
                <a16:creationId xmlns:a16="http://schemas.microsoft.com/office/drawing/2014/main" id="{EDBBB05D-A726-9D89-44B4-3F0E091F98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718" y="754845"/>
            <a:ext cx="914400" cy="914400"/>
          </a:xfrm>
          <a:prstGeom prst="rect">
            <a:avLst/>
          </a:prstGeom>
        </p:spPr>
      </p:pic>
      <p:pic>
        <p:nvPicPr>
          <p:cNvPr id="17" name="Graphic 16" descr="Clipboard Checked with solid fill">
            <a:extLst>
              <a:ext uri="{FF2B5EF4-FFF2-40B4-BE49-F238E27FC236}">
                <a16:creationId xmlns:a16="http://schemas.microsoft.com/office/drawing/2014/main" id="{27F7D182-0205-92A9-FB7B-23E9938CAF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9240" y="2434935"/>
            <a:ext cx="914400" cy="914400"/>
          </a:xfrm>
          <a:prstGeom prst="rect">
            <a:avLst/>
          </a:prstGeom>
        </p:spPr>
      </p:pic>
      <p:pic>
        <p:nvPicPr>
          <p:cNvPr id="19" name="Graphic 18" descr="Blueprint with solid fill">
            <a:extLst>
              <a:ext uri="{FF2B5EF4-FFF2-40B4-BE49-F238E27FC236}">
                <a16:creationId xmlns:a16="http://schemas.microsoft.com/office/drawing/2014/main" id="{86E02FF0-2A2C-47D0-8C86-50EF4E29DB9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9240" y="3823070"/>
            <a:ext cx="914400" cy="914400"/>
          </a:xfrm>
          <a:prstGeom prst="rect">
            <a:avLst/>
          </a:prstGeom>
        </p:spPr>
      </p:pic>
      <p:pic>
        <p:nvPicPr>
          <p:cNvPr id="22" name="Graphic 21" descr="Tools with solid fill">
            <a:extLst>
              <a:ext uri="{FF2B5EF4-FFF2-40B4-BE49-F238E27FC236}">
                <a16:creationId xmlns:a16="http://schemas.microsoft.com/office/drawing/2014/main" id="{33A3B519-754F-C6F0-752D-582AFBBF411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9507" y="4642704"/>
            <a:ext cx="914400" cy="914400"/>
          </a:xfrm>
          <a:prstGeom prst="rect">
            <a:avLst/>
          </a:prstGeom>
        </p:spPr>
      </p:pic>
      <p:sp>
        <p:nvSpPr>
          <p:cNvPr id="3" name="TextBox 2">
            <a:extLst>
              <a:ext uri="{FF2B5EF4-FFF2-40B4-BE49-F238E27FC236}">
                <a16:creationId xmlns:a16="http://schemas.microsoft.com/office/drawing/2014/main" id="{10BC7719-079B-91A7-2377-19133B8E5CB7}"/>
              </a:ext>
            </a:extLst>
          </p:cNvPr>
          <p:cNvSpPr txBox="1"/>
          <p:nvPr/>
        </p:nvSpPr>
        <p:spPr>
          <a:xfrm>
            <a:off x="3671332" y="4827177"/>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True Gap: </a:t>
            </a:r>
            <a:r>
              <a:rPr lang="en-US" sz="2400" dirty="0">
                <a:latin typeface="Poppins" panose="00000500000000000000" pitchFamily="2" charset="0"/>
                <a:cs typeface="Poppins" panose="00000500000000000000" pitchFamily="2" charset="0"/>
              </a:rPr>
              <a:t>There is no free, fully offline, self-hosted queuing system that provides enterprise-grade accountability and analytics tailored for the specific workflow of a local government office.</a:t>
            </a:r>
          </a:p>
        </p:txBody>
      </p:sp>
      <p:sp>
        <p:nvSpPr>
          <p:cNvPr id="63" name="TextBox 62">
            <a:extLst>
              <a:ext uri="{FF2B5EF4-FFF2-40B4-BE49-F238E27FC236}">
                <a16:creationId xmlns:a16="http://schemas.microsoft.com/office/drawing/2014/main" id="{A65E143C-917E-B474-C004-33CE16355381}"/>
              </a:ext>
            </a:extLst>
          </p:cNvPr>
          <p:cNvSpPr txBox="1"/>
          <p:nvPr/>
        </p:nvSpPr>
        <p:spPr>
          <a:xfrm>
            <a:off x="13732229"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FFFF00"/>
                </a:highlight>
                <a:latin typeface="Poppins" panose="00000500000000000000" pitchFamily="2" charset="0"/>
                <a:cs typeface="Poppins" panose="00000500000000000000" pitchFamily="2" charset="0"/>
              </a:rPr>
              <a:t>The Current State</a:t>
            </a:r>
            <a:endParaRPr lang="en-PH" sz="2800" dirty="0">
              <a:highlight>
                <a:srgbClr val="FFFF00"/>
              </a:highlight>
              <a:latin typeface="Poppins" panose="00000500000000000000" pitchFamily="2" charset="0"/>
              <a:cs typeface="Poppins" panose="00000500000000000000" pitchFamily="2" charset="0"/>
            </a:endParaRPr>
          </a:p>
        </p:txBody>
      </p:sp>
      <p:sp>
        <p:nvSpPr>
          <p:cNvPr id="65" name="TextBox 64">
            <a:extLst>
              <a:ext uri="{FF2B5EF4-FFF2-40B4-BE49-F238E27FC236}">
                <a16:creationId xmlns:a16="http://schemas.microsoft.com/office/drawing/2014/main" id="{84FC77E4-CB14-DBDA-9D50-C035CF176F43}"/>
              </a:ext>
            </a:extLst>
          </p:cNvPr>
          <p:cNvSpPr txBox="1"/>
          <p:nvPr/>
        </p:nvSpPr>
        <p:spPr>
          <a:xfrm>
            <a:off x="14825273" y="973267"/>
            <a:ext cx="8257520" cy="1200329"/>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Context: </a:t>
            </a:r>
            <a:r>
              <a:rPr lang="en-US" sz="2400" dirty="0">
                <a:latin typeface="Poppins" panose="00000500000000000000" pitchFamily="2" charset="0"/>
                <a:cs typeface="Poppins" panose="00000500000000000000" pitchFamily="2" charset="0"/>
              </a:rPr>
              <a:t>BPL-LIEOs accommodate a massive influx of clients during peak business registration and renewal periods.</a:t>
            </a:r>
          </a:p>
        </p:txBody>
      </p:sp>
      <p:sp>
        <p:nvSpPr>
          <p:cNvPr id="67" name="TextBox 66">
            <a:extLst>
              <a:ext uri="{FF2B5EF4-FFF2-40B4-BE49-F238E27FC236}">
                <a16:creationId xmlns:a16="http://schemas.microsoft.com/office/drawing/2014/main" id="{F9623E03-5AA2-2180-57D7-4A0CBEE9EC63}"/>
              </a:ext>
            </a:extLst>
          </p:cNvPr>
          <p:cNvSpPr txBox="1"/>
          <p:nvPr/>
        </p:nvSpPr>
        <p:spPr>
          <a:xfrm>
            <a:off x="16044473" y="2149806"/>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Current Method: </a:t>
            </a:r>
            <a:r>
              <a:rPr lang="en-US" sz="2400" dirty="0">
                <a:latin typeface="Poppins" panose="00000500000000000000" pitchFamily="2" charset="0"/>
                <a:cs typeface="Poppins" panose="00000500000000000000" pitchFamily="2" charset="0"/>
              </a:rPr>
              <a:t>Heavy reliance on manual queuing and verbal calling.</a:t>
            </a:r>
          </a:p>
        </p:txBody>
      </p:sp>
      <p:sp>
        <p:nvSpPr>
          <p:cNvPr id="69" name="TextBox 68">
            <a:extLst>
              <a:ext uri="{FF2B5EF4-FFF2-40B4-BE49-F238E27FC236}">
                <a16:creationId xmlns:a16="http://schemas.microsoft.com/office/drawing/2014/main" id="{561CD661-4093-C5E0-1107-418E117F1EA4}"/>
              </a:ext>
            </a:extLst>
          </p:cNvPr>
          <p:cNvSpPr txBox="1"/>
          <p:nvPr/>
        </p:nvSpPr>
        <p:spPr>
          <a:xfrm>
            <a:off x="17263674" y="2957012"/>
            <a:ext cx="8257519" cy="2308324"/>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Bottlenecks:</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Disorganized client flow and overcrowding.</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Client uncertainty regarding queue position.</a:t>
            </a:r>
          </a:p>
          <a:p>
            <a:pPr marL="715963" lvl="1" indent="-258763">
              <a:buFont typeface="Arial" panose="020B0604020202020204" pitchFamily="34" charset="0"/>
              <a:buChar char="•"/>
            </a:pPr>
            <a:r>
              <a:rPr lang="en-US" sz="2400" dirty="0">
                <a:latin typeface="Poppins" panose="00000500000000000000" pitchFamily="2" charset="0"/>
                <a:cs typeface="Poppins" panose="00000500000000000000" pitchFamily="2" charset="0"/>
              </a:rPr>
              <a:t>Staff difficulty in simultaneously processing documents, managing the line, and tracking skipped or returning clients.</a:t>
            </a:r>
          </a:p>
        </p:txBody>
      </p:sp>
      <p:sp>
        <p:nvSpPr>
          <p:cNvPr id="71" name="TextBox 70">
            <a:extLst>
              <a:ext uri="{FF2B5EF4-FFF2-40B4-BE49-F238E27FC236}">
                <a16:creationId xmlns:a16="http://schemas.microsoft.com/office/drawing/2014/main" id="{D565D574-B157-3671-DD6F-AFF1F8B825BF}"/>
              </a:ext>
            </a:extLst>
          </p:cNvPr>
          <p:cNvSpPr txBox="1"/>
          <p:nvPr/>
        </p:nvSpPr>
        <p:spPr>
          <a:xfrm>
            <a:off x="13640789"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00FFFF"/>
                </a:highlight>
                <a:latin typeface="Poppins" panose="00000500000000000000" pitchFamily="2" charset="0"/>
                <a:cs typeface="Poppins" panose="00000500000000000000" pitchFamily="2" charset="0"/>
              </a:rPr>
              <a:t>Our Competitive Edge</a:t>
            </a:r>
            <a:endParaRPr lang="en-PH" sz="2800" dirty="0">
              <a:highlight>
                <a:srgbClr val="00FFFF"/>
              </a:highlight>
              <a:latin typeface="Poppins" panose="00000500000000000000" pitchFamily="2" charset="0"/>
              <a:cs typeface="Poppins" panose="00000500000000000000" pitchFamily="2" charset="0"/>
            </a:endParaRPr>
          </a:p>
        </p:txBody>
      </p:sp>
      <p:sp>
        <p:nvSpPr>
          <p:cNvPr id="73" name="TextBox 72">
            <a:extLst>
              <a:ext uri="{FF2B5EF4-FFF2-40B4-BE49-F238E27FC236}">
                <a16:creationId xmlns:a16="http://schemas.microsoft.com/office/drawing/2014/main" id="{196D0EA7-1725-7891-FF4E-5B328E613364}"/>
              </a:ext>
            </a:extLst>
          </p:cNvPr>
          <p:cNvSpPr txBox="1"/>
          <p:nvPr/>
        </p:nvSpPr>
        <p:spPr>
          <a:xfrm>
            <a:off x="14825273" y="973267"/>
            <a:ext cx="8257520" cy="2308324"/>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Immutable Audit Trails (Free vs. Paid): </a:t>
            </a:r>
            <a:r>
              <a:rPr lang="en-US" sz="2400" dirty="0">
                <a:latin typeface="Poppins" panose="00000500000000000000" pitchFamily="2" charset="0"/>
                <a:cs typeface="Poppins" panose="00000500000000000000" pitchFamily="2" charset="0"/>
              </a:rPr>
              <a:t>While commercial systems lock staff accountability logs behind expensive "Service Intelligence" paywalls, our system natively will include tamper-evident logging to ensure LGU transparency—at zero cost.</a:t>
            </a:r>
          </a:p>
        </p:txBody>
      </p:sp>
      <p:sp>
        <p:nvSpPr>
          <p:cNvPr id="75" name="TextBox 74">
            <a:extLst>
              <a:ext uri="{FF2B5EF4-FFF2-40B4-BE49-F238E27FC236}">
                <a16:creationId xmlns:a16="http://schemas.microsoft.com/office/drawing/2014/main" id="{9E5472C7-31FD-3017-E9A5-3E54738759E3}"/>
              </a:ext>
            </a:extLst>
          </p:cNvPr>
          <p:cNvSpPr txBox="1"/>
          <p:nvPr/>
        </p:nvSpPr>
        <p:spPr>
          <a:xfrm>
            <a:off x="17263674" y="3281591"/>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Prescriptive Bottleneck Alerts: </a:t>
            </a:r>
            <a:r>
              <a:rPr lang="en-US" sz="2400" dirty="0">
                <a:latin typeface="Poppins" panose="00000500000000000000" pitchFamily="2" charset="0"/>
                <a:cs typeface="Poppins" panose="00000500000000000000" pitchFamily="2" charset="0"/>
              </a:rPr>
              <a:t>Instead of just showing past data, our system will use real-time rolling averages to detect if a specific queue (e.g., Renewals) is moving too slowly, instantly alerting the Admin to open a new window.</a:t>
            </a:r>
          </a:p>
        </p:txBody>
      </p:sp>
      <p:sp>
        <p:nvSpPr>
          <p:cNvPr id="77" name="TextBox 76">
            <a:extLst>
              <a:ext uri="{FF2B5EF4-FFF2-40B4-BE49-F238E27FC236}">
                <a16:creationId xmlns:a16="http://schemas.microsoft.com/office/drawing/2014/main" id="{046B04B5-F7B9-9E66-4E20-E5F593D3FE91}"/>
              </a:ext>
            </a:extLst>
          </p:cNvPr>
          <p:cNvSpPr txBox="1"/>
          <p:nvPr/>
        </p:nvSpPr>
        <p:spPr>
          <a:xfrm>
            <a:off x="18482874" y="5259280"/>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100% Infrastructure Independence: </a:t>
            </a:r>
            <a:r>
              <a:rPr lang="en-US" sz="2400" dirty="0">
                <a:solidFill>
                  <a:srgbClr val="DCEAF7"/>
                </a:solidFill>
                <a:latin typeface="Poppins" panose="00000500000000000000" pitchFamily="2" charset="0"/>
                <a:cs typeface="Poppins" panose="00000500000000000000" pitchFamily="2" charset="0"/>
              </a:rPr>
              <a:t>By running entirely on a Local Area Network (LAN) utilizing React, Node, and Prisma, we guarantee zero downtime even during municipal internet outages.</a:t>
            </a:r>
          </a:p>
        </p:txBody>
      </p:sp>
      <p:sp>
        <p:nvSpPr>
          <p:cNvPr id="79" name="TextBox 78">
            <a:extLst>
              <a:ext uri="{FF2B5EF4-FFF2-40B4-BE49-F238E27FC236}">
                <a16:creationId xmlns:a16="http://schemas.microsoft.com/office/drawing/2014/main" id="{A16C1174-CC18-8A17-0F1E-B84BCFF383DE}"/>
              </a:ext>
            </a:extLst>
          </p:cNvPr>
          <p:cNvSpPr txBox="1"/>
          <p:nvPr/>
        </p:nvSpPr>
        <p:spPr>
          <a:xfrm>
            <a:off x="20173233" y="5803923"/>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Native "Return Tomorrow" Handling: </a:t>
            </a:r>
            <a:r>
              <a:rPr lang="en-US" sz="2400" dirty="0">
                <a:solidFill>
                  <a:srgbClr val="DCEAF7"/>
                </a:solidFill>
                <a:latin typeface="Poppins" panose="00000500000000000000" pitchFamily="2" charset="0"/>
                <a:cs typeface="Poppins" panose="00000500000000000000" pitchFamily="2" charset="0"/>
              </a:rPr>
              <a:t>Instead of relying on paid SMS appointment add-ons, we will build priority re-entry directly into the local workflow to accommodate clients with incomplete requirements.</a:t>
            </a:r>
          </a:p>
        </p:txBody>
      </p:sp>
    </p:spTree>
    <p:extLst>
      <p:ext uri="{BB962C8B-B14F-4D97-AF65-F5344CB8AC3E}">
        <p14:creationId xmlns:p14="http://schemas.microsoft.com/office/powerpoint/2010/main" val="2590169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DF222-D881-FD77-5892-A73C3DF49D11}"/>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AD4A3972-041B-9AFA-DE18-C99C8DFABE05}"/>
              </a:ext>
            </a:extLst>
          </p:cNvPr>
          <p:cNvCxnSpPr>
            <a:cxnSpLocks/>
          </p:cNvCxnSpPr>
          <p:nvPr/>
        </p:nvCxnSpPr>
        <p:spPr>
          <a:xfrm>
            <a:off x="2153640" y="1065401"/>
            <a:ext cx="11534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7201AD9C-3507-B27C-5886-9D0382124A2C}"/>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F8E34BDF-0A93-890D-3D34-3CFB344B8CCF}"/>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9598147C-F9B4-F1CF-2A54-C863A91D9B4B}"/>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B756C9A4-7981-BC91-0376-DC83D2271707}"/>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C0E2C33A-C064-04EE-4DF0-828A829C6596}"/>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9E8D7C83-206D-A40C-4433-4E83344A19A4}"/>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sp>
        <p:nvSpPr>
          <p:cNvPr id="5" name="Rectangle: Rounded Corners 4">
            <a:extLst>
              <a:ext uri="{FF2B5EF4-FFF2-40B4-BE49-F238E27FC236}">
                <a16:creationId xmlns:a16="http://schemas.microsoft.com/office/drawing/2014/main" id="{0C2F08EE-80F5-645B-315F-F59148826C79}"/>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6" name="Oval 5">
            <a:extLst>
              <a:ext uri="{FF2B5EF4-FFF2-40B4-BE49-F238E27FC236}">
                <a16:creationId xmlns:a16="http://schemas.microsoft.com/office/drawing/2014/main" id="{0E088B59-B3B6-E3EF-3322-F106061708EA}"/>
              </a:ext>
            </a:extLst>
          </p:cNvPr>
          <p:cNvSpPr/>
          <p:nvPr/>
        </p:nvSpPr>
        <p:spPr>
          <a:xfrm>
            <a:off x="199892" y="350161"/>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EBD0C695-3841-0384-BAE2-B091919CBFCE}"/>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00FFFF"/>
                </a:highlight>
                <a:latin typeface="Poppins" panose="00000500000000000000" pitchFamily="2" charset="0"/>
                <a:cs typeface="Poppins" panose="00000500000000000000" pitchFamily="2" charset="0"/>
              </a:rPr>
              <a:t>Our Competitive Edge</a:t>
            </a:r>
            <a:endParaRPr lang="en-PH" sz="2800" dirty="0">
              <a:highlight>
                <a:srgbClr val="00FFFF"/>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D05BB4A2-5C37-E166-2809-B4598F45973D}"/>
              </a:ext>
            </a:extLst>
          </p:cNvPr>
          <p:cNvSpPr txBox="1"/>
          <p:nvPr/>
        </p:nvSpPr>
        <p:spPr>
          <a:xfrm>
            <a:off x="3671332" y="973267"/>
            <a:ext cx="8257520" cy="2308324"/>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Immutable Audit Trails (Free vs. Paid): </a:t>
            </a:r>
            <a:r>
              <a:rPr lang="en-US" sz="2400" dirty="0">
                <a:latin typeface="Poppins" panose="00000500000000000000" pitchFamily="2" charset="0"/>
                <a:cs typeface="Poppins" panose="00000500000000000000" pitchFamily="2" charset="0"/>
              </a:rPr>
              <a:t>While commercial systems lock staff accountability logs behind expensive "Service Intelligence" paywalls, our system natively will include tamper-evident logging to ensure LGU transparency—at zero cost.</a:t>
            </a:r>
          </a:p>
        </p:txBody>
      </p:sp>
      <p:sp>
        <p:nvSpPr>
          <p:cNvPr id="13" name="TextBox 12">
            <a:extLst>
              <a:ext uri="{FF2B5EF4-FFF2-40B4-BE49-F238E27FC236}">
                <a16:creationId xmlns:a16="http://schemas.microsoft.com/office/drawing/2014/main" id="{C593C377-AFA2-F7BB-478A-CB470758B057}"/>
              </a:ext>
            </a:extLst>
          </p:cNvPr>
          <p:cNvSpPr txBox="1"/>
          <p:nvPr/>
        </p:nvSpPr>
        <p:spPr>
          <a:xfrm>
            <a:off x="3671332" y="3281591"/>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Prescriptive Bottleneck Alerts: </a:t>
            </a:r>
            <a:r>
              <a:rPr lang="en-US" sz="2400" dirty="0">
                <a:latin typeface="Poppins" panose="00000500000000000000" pitchFamily="2" charset="0"/>
                <a:cs typeface="Poppins" panose="00000500000000000000" pitchFamily="2" charset="0"/>
              </a:rPr>
              <a:t>Instead of just showing past data, our system will use real-time rolling averages to detect if a specific queue (e.g., Renewals) is moving too slowly, instantly alerting the Admin to open a new window.</a:t>
            </a:r>
          </a:p>
        </p:txBody>
      </p:sp>
      <p:sp>
        <p:nvSpPr>
          <p:cNvPr id="15" name="TextBox 14">
            <a:extLst>
              <a:ext uri="{FF2B5EF4-FFF2-40B4-BE49-F238E27FC236}">
                <a16:creationId xmlns:a16="http://schemas.microsoft.com/office/drawing/2014/main" id="{D24824BC-C83B-6FA5-8562-4C99D927BFCC}"/>
              </a:ext>
            </a:extLst>
          </p:cNvPr>
          <p:cNvSpPr txBox="1"/>
          <p:nvPr/>
        </p:nvSpPr>
        <p:spPr>
          <a:xfrm>
            <a:off x="3671332" y="5259280"/>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100% Infrastructure Independence: </a:t>
            </a:r>
            <a:r>
              <a:rPr lang="en-US" sz="2400" dirty="0">
                <a:solidFill>
                  <a:srgbClr val="DCEAF7"/>
                </a:solidFill>
                <a:latin typeface="Poppins" panose="00000500000000000000" pitchFamily="2" charset="0"/>
                <a:cs typeface="Poppins" panose="00000500000000000000" pitchFamily="2" charset="0"/>
              </a:rPr>
              <a:t>By running entirely on a Local Area Network (LAN) utilizing React, Node, and Prisma, we guarantee zero downtime even during municipal internet outages.</a:t>
            </a:r>
          </a:p>
        </p:txBody>
      </p:sp>
      <p:pic>
        <p:nvPicPr>
          <p:cNvPr id="11" name="Graphic 10" descr="Research with solid fill">
            <a:extLst>
              <a:ext uri="{FF2B5EF4-FFF2-40B4-BE49-F238E27FC236}">
                <a16:creationId xmlns:a16="http://schemas.microsoft.com/office/drawing/2014/main" id="{F8648314-A561-34BB-987D-550B3D4F3A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718" y="754845"/>
            <a:ext cx="914400" cy="914400"/>
          </a:xfrm>
          <a:prstGeom prst="rect">
            <a:avLst/>
          </a:prstGeom>
        </p:spPr>
      </p:pic>
      <p:pic>
        <p:nvPicPr>
          <p:cNvPr id="19" name="Graphic 18" descr="Clipboard Checked with solid fill">
            <a:extLst>
              <a:ext uri="{FF2B5EF4-FFF2-40B4-BE49-F238E27FC236}">
                <a16:creationId xmlns:a16="http://schemas.microsoft.com/office/drawing/2014/main" id="{9E20C933-2B10-424A-DDD2-916305DB09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9240" y="2434935"/>
            <a:ext cx="914400" cy="914400"/>
          </a:xfrm>
          <a:prstGeom prst="rect">
            <a:avLst/>
          </a:prstGeom>
        </p:spPr>
      </p:pic>
      <p:pic>
        <p:nvPicPr>
          <p:cNvPr id="22" name="Graphic 21" descr="Blueprint with solid fill">
            <a:extLst>
              <a:ext uri="{FF2B5EF4-FFF2-40B4-BE49-F238E27FC236}">
                <a16:creationId xmlns:a16="http://schemas.microsoft.com/office/drawing/2014/main" id="{2E851583-59D1-B466-3405-4A47780103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9240" y="3823070"/>
            <a:ext cx="914400" cy="914400"/>
          </a:xfrm>
          <a:prstGeom prst="rect">
            <a:avLst/>
          </a:prstGeom>
        </p:spPr>
      </p:pic>
      <p:pic>
        <p:nvPicPr>
          <p:cNvPr id="25" name="Graphic 24" descr="Tools with solid fill">
            <a:extLst>
              <a:ext uri="{FF2B5EF4-FFF2-40B4-BE49-F238E27FC236}">
                <a16:creationId xmlns:a16="http://schemas.microsoft.com/office/drawing/2014/main" id="{0E459326-2D01-FA2B-D768-52CF1594198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9507" y="4642704"/>
            <a:ext cx="914400" cy="914400"/>
          </a:xfrm>
          <a:prstGeom prst="rect">
            <a:avLst/>
          </a:prstGeom>
        </p:spPr>
      </p:pic>
      <p:sp>
        <p:nvSpPr>
          <p:cNvPr id="26" name="TextBox 25">
            <a:extLst>
              <a:ext uri="{FF2B5EF4-FFF2-40B4-BE49-F238E27FC236}">
                <a16:creationId xmlns:a16="http://schemas.microsoft.com/office/drawing/2014/main" id="{3A5E2806-12FC-D50C-E2F5-23A302484345}"/>
              </a:ext>
            </a:extLst>
          </p:cNvPr>
          <p:cNvSpPr txBox="1"/>
          <p:nvPr/>
        </p:nvSpPr>
        <p:spPr>
          <a:xfrm>
            <a:off x="3671332" y="5803923"/>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Native "Return Tomorrow" Handling: </a:t>
            </a:r>
            <a:r>
              <a:rPr lang="en-US" sz="2400" dirty="0">
                <a:solidFill>
                  <a:srgbClr val="DCEAF7"/>
                </a:solidFill>
                <a:latin typeface="Poppins" panose="00000500000000000000" pitchFamily="2" charset="0"/>
                <a:cs typeface="Poppins" panose="00000500000000000000" pitchFamily="2" charset="0"/>
              </a:rPr>
              <a:t>Instead of relying on paid SMS appointment add-ons, we will build priority re-entry directly into the local workflow to accommodate clients with incomplete requirements.</a:t>
            </a:r>
          </a:p>
        </p:txBody>
      </p:sp>
      <p:sp>
        <p:nvSpPr>
          <p:cNvPr id="29" name="TextBox 28">
            <a:extLst>
              <a:ext uri="{FF2B5EF4-FFF2-40B4-BE49-F238E27FC236}">
                <a16:creationId xmlns:a16="http://schemas.microsoft.com/office/drawing/2014/main" id="{CE47D173-AF78-7B84-B10C-0EA42489420C}"/>
              </a:ext>
            </a:extLst>
          </p:cNvPr>
          <p:cNvSpPr txBox="1"/>
          <p:nvPr/>
        </p:nvSpPr>
        <p:spPr>
          <a:xfrm>
            <a:off x="13160384" y="401555"/>
            <a:ext cx="8620990"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00FF00"/>
                </a:highlight>
                <a:latin typeface="Poppins" panose="00000500000000000000" pitchFamily="2" charset="0"/>
                <a:cs typeface="Poppins" panose="00000500000000000000" pitchFamily="2" charset="0"/>
              </a:rPr>
              <a:t>The Accessibility Gap</a:t>
            </a:r>
            <a:endParaRPr lang="en-PH" sz="2800" dirty="0">
              <a:highlight>
                <a:srgbClr val="00FF00"/>
              </a:highlight>
              <a:latin typeface="Poppins" panose="00000500000000000000" pitchFamily="2" charset="0"/>
              <a:cs typeface="Poppins" panose="00000500000000000000" pitchFamily="2" charset="0"/>
            </a:endParaRPr>
          </a:p>
        </p:txBody>
      </p:sp>
      <p:sp>
        <p:nvSpPr>
          <p:cNvPr id="31" name="TextBox 30">
            <a:extLst>
              <a:ext uri="{FF2B5EF4-FFF2-40B4-BE49-F238E27FC236}">
                <a16:creationId xmlns:a16="http://schemas.microsoft.com/office/drawing/2014/main" id="{126856AC-EDD2-271D-4E85-01E0634A6114}"/>
              </a:ext>
            </a:extLst>
          </p:cNvPr>
          <p:cNvSpPr txBox="1"/>
          <p:nvPr/>
        </p:nvSpPr>
        <p:spPr>
          <a:xfrm>
            <a:off x="14457758" y="896345"/>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Reality of the Market: </a:t>
            </a:r>
            <a:r>
              <a:rPr lang="en-US" sz="2400" dirty="0">
                <a:latin typeface="Poppins" panose="00000500000000000000" pitchFamily="2" charset="0"/>
                <a:cs typeface="Poppins" panose="00000500000000000000" pitchFamily="2" charset="0"/>
              </a:rPr>
              <a:t>Advanced queuing features (AI forecasting, audit trails) exist in enterprise platforms like </a:t>
            </a:r>
            <a:r>
              <a:rPr lang="en-US" sz="2400" dirty="0" err="1">
                <a:latin typeface="Poppins" panose="00000500000000000000" pitchFamily="2" charset="0"/>
                <a:cs typeface="Poppins" panose="00000500000000000000" pitchFamily="2" charset="0"/>
              </a:rPr>
              <a:t>Qminder</a:t>
            </a:r>
            <a:r>
              <a:rPr lang="en-US" sz="2400" dirty="0">
                <a:latin typeface="Poppins" panose="00000500000000000000" pitchFamily="2" charset="0"/>
                <a:cs typeface="Poppins" panose="00000500000000000000" pitchFamily="2" charset="0"/>
              </a:rPr>
              <a:t> and </a:t>
            </a:r>
            <a:r>
              <a:rPr lang="en-US" sz="2400" dirty="0" err="1">
                <a:latin typeface="Poppins" panose="00000500000000000000" pitchFamily="2" charset="0"/>
                <a:cs typeface="Poppins" panose="00000500000000000000" pitchFamily="2" charset="0"/>
              </a:rPr>
              <a:t>Wavetec</a:t>
            </a:r>
            <a:r>
              <a:rPr lang="en-US" sz="2400" dirty="0">
                <a:latin typeface="Poppins" panose="00000500000000000000" pitchFamily="2" charset="0"/>
                <a:cs typeface="Poppins" panose="00000500000000000000" pitchFamily="2" charset="0"/>
              </a:rPr>
              <a:t>, but they require expensive recurring subscriptions and fast, reliable cloud internet.</a:t>
            </a:r>
          </a:p>
        </p:txBody>
      </p:sp>
      <p:sp>
        <p:nvSpPr>
          <p:cNvPr id="34" name="TextBox 33">
            <a:extLst>
              <a:ext uri="{FF2B5EF4-FFF2-40B4-BE49-F238E27FC236}">
                <a16:creationId xmlns:a16="http://schemas.microsoft.com/office/drawing/2014/main" id="{F9D2942F-60ED-B089-5F5E-5A0EA1344597}"/>
              </a:ext>
            </a:extLst>
          </p:cNvPr>
          <p:cNvSpPr txBox="1"/>
          <p:nvPr/>
        </p:nvSpPr>
        <p:spPr>
          <a:xfrm>
            <a:off x="15755132" y="2822335"/>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LGU Limitation: </a:t>
            </a:r>
            <a:r>
              <a:rPr lang="en-US" sz="2400" dirty="0">
                <a:latin typeface="Poppins" panose="00000500000000000000" pitchFamily="2" charset="0"/>
                <a:cs typeface="Poppins" panose="00000500000000000000" pitchFamily="2" charset="0"/>
              </a:rPr>
              <a:t>Free cloud-based queuing systems exist, but they strip out essential analytics and fail entirely when the internet goes down. Municipal LGUs like Rosario cannot afford enterprise fees nor rely on unstable internet.</a:t>
            </a:r>
          </a:p>
        </p:txBody>
      </p:sp>
      <p:sp>
        <p:nvSpPr>
          <p:cNvPr id="36" name="TextBox 35">
            <a:extLst>
              <a:ext uri="{FF2B5EF4-FFF2-40B4-BE49-F238E27FC236}">
                <a16:creationId xmlns:a16="http://schemas.microsoft.com/office/drawing/2014/main" id="{CA59050A-B876-1FB3-4FDB-A5CBBD24E62B}"/>
              </a:ext>
            </a:extLst>
          </p:cNvPr>
          <p:cNvSpPr txBox="1"/>
          <p:nvPr/>
        </p:nvSpPr>
        <p:spPr>
          <a:xfrm>
            <a:off x="17340092" y="4827177"/>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The True Gap: </a:t>
            </a:r>
            <a:r>
              <a:rPr lang="en-US" sz="2400" dirty="0">
                <a:latin typeface="Poppins" panose="00000500000000000000" pitchFamily="2" charset="0"/>
                <a:cs typeface="Poppins" panose="00000500000000000000" pitchFamily="2" charset="0"/>
              </a:rPr>
              <a:t>There is no free, fully offline, self-hosted queuing system that provides enterprise-grade accountability and analytics tailored for the specific workflow of a local government office.</a:t>
            </a:r>
          </a:p>
        </p:txBody>
      </p:sp>
    </p:spTree>
    <p:extLst>
      <p:ext uri="{BB962C8B-B14F-4D97-AF65-F5344CB8AC3E}">
        <p14:creationId xmlns:p14="http://schemas.microsoft.com/office/powerpoint/2010/main" val="36810543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92BF4-13FE-D57D-E753-D6A9D82B5F1E}"/>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2CA0337-010D-389E-1D29-D512E26F2BF3}"/>
              </a:ext>
            </a:extLst>
          </p:cNvPr>
          <p:cNvCxnSpPr>
            <a:cxnSpLocks/>
          </p:cNvCxnSpPr>
          <p:nvPr/>
        </p:nvCxnSpPr>
        <p:spPr>
          <a:xfrm>
            <a:off x="2153640" y="1065401"/>
            <a:ext cx="11534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AA3915FD-B734-263C-984F-D28CD5A1E415}"/>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BD55C796-2E2F-FE6B-06B8-6357C726A039}"/>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C52579C6-DC27-5526-5353-D17445954A40}"/>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1CC68890-AA96-51E4-4909-B02D9CEDD40C}"/>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C32081A1-663B-2A98-7523-9AE894451C4F}"/>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78A7143A-A7AA-8192-474F-BA3A135E1630}"/>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sp>
        <p:nvSpPr>
          <p:cNvPr id="5" name="Rectangle: Rounded Corners 4">
            <a:extLst>
              <a:ext uri="{FF2B5EF4-FFF2-40B4-BE49-F238E27FC236}">
                <a16:creationId xmlns:a16="http://schemas.microsoft.com/office/drawing/2014/main" id="{BB084DD4-9A35-1A3E-D533-65601B5228BA}"/>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6" name="Oval 5">
            <a:extLst>
              <a:ext uri="{FF2B5EF4-FFF2-40B4-BE49-F238E27FC236}">
                <a16:creationId xmlns:a16="http://schemas.microsoft.com/office/drawing/2014/main" id="{7405BBA1-93D4-A95B-C943-B4D9636CC5A9}"/>
              </a:ext>
            </a:extLst>
          </p:cNvPr>
          <p:cNvSpPr/>
          <p:nvPr/>
        </p:nvSpPr>
        <p:spPr>
          <a:xfrm>
            <a:off x="199892" y="350161"/>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A721BCD7-81FD-3C15-8881-1004C31F4971}"/>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00FFFF"/>
                </a:highlight>
                <a:latin typeface="Poppins" panose="00000500000000000000" pitchFamily="2" charset="0"/>
                <a:cs typeface="Poppins" panose="00000500000000000000" pitchFamily="2" charset="0"/>
              </a:rPr>
              <a:t>Our Competitive Edge</a:t>
            </a:r>
            <a:endParaRPr lang="en-PH" sz="2800" dirty="0">
              <a:highlight>
                <a:srgbClr val="00FFFF"/>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F50AEFDD-993F-A200-647A-4387343B6784}"/>
              </a:ext>
            </a:extLst>
          </p:cNvPr>
          <p:cNvSpPr txBox="1"/>
          <p:nvPr/>
        </p:nvSpPr>
        <p:spPr>
          <a:xfrm>
            <a:off x="3671332" y="973267"/>
            <a:ext cx="8257520" cy="2308324"/>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Immutable Audit Trails (Free vs. Paid): </a:t>
            </a:r>
            <a:r>
              <a:rPr lang="en-US" sz="2400" dirty="0">
                <a:solidFill>
                  <a:srgbClr val="DCEAF7"/>
                </a:solidFill>
                <a:latin typeface="Poppins" panose="00000500000000000000" pitchFamily="2" charset="0"/>
                <a:cs typeface="Poppins" panose="00000500000000000000" pitchFamily="2" charset="0"/>
              </a:rPr>
              <a:t>While commercial systems lock staff accountability logs behind expensive "Service Intelligence" paywalls, our system natively will include tamper-evident logging to ensure LGU transparency—at zero cost.</a:t>
            </a:r>
          </a:p>
        </p:txBody>
      </p:sp>
      <p:sp>
        <p:nvSpPr>
          <p:cNvPr id="13" name="TextBox 12">
            <a:extLst>
              <a:ext uri="{FF2B5EF4-FFF2-40B4-BE49-F238E27FC236}">
                <a16:creationId xmlns:a16="http://schemas.microsoft.com/office/drawing/2014/main" id="{2C33060B-1EB7-D726-7267-1E7BBC70C85F}"/>
              </a:ext>
            </a:extLst>
          </p:cNvPr>
          <p:cNvSpPr txBox="1"/>
          <p:nvPr/>
        </p:nvSpPr>
        <p:spPr>
          <a:xfrm>
            <a:off x="3671332" y="1479034"/>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Prescriptive Bottleneck Alerts: </a:t>
            </a:r>
            <a:r>
              <a:rPr lang="en-US" sz="2400" dirty="0">
                <a:solidFill>
                  <a:srgbClr val="DCEAF7"/>
                </a:solidFill>
                <a:latin typeface="Poppins" panose="00000500000000000000" pitchFamily="2" charset="0"/>
                <a:cs typeface="Poppins" panose="00000500000000000000" pitchFamily="2" charset="0"/>
              </a:rPr>
              <a:t>Instead of just showing past data, our system will use real-time rolling averages to detect if a specific queue (e.g., Renewals) is moving too slowly, instantly alerting the Admin to open a new window.</a:t>
            </a:r>
          </a:p>
        </p:txBody>
      </p:sp>
      <p:sp>
        <p:nvSpPr>
          <p:cNvPr id="15" name="TextBox 14">
            <a:extLst>
              <a:ext uri="{FF2B5EF4-FFF2-40B4-BE49-F238E27FC236}">
                <a16:creationId xmlns:a16="http://schemas.microsoft.com/office/drawing/2014/main" id="{F05FA02F-7C1C-AD5C-31BF-E9EA42C50F33}"/>
              </a:ext>
            </a:extLst>
          </p:cNvPr>
          <p:cNvSpPr txBox="1"/>
          <p:nvPr/>
        </p:nvSpPr>
        <p:spPr>
          <a:xfrm>
            <a:off x="3671332" y="2043026"/>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100% Infrastructure Independence: </a:t>
            </a:r>
            <a:r>
              <a:rPr lang="en-US" sz="2400" dirty="0">
                <a:latin typeface="Poppins" panose="00000500000000000000" pitchFamily="2" charset="0"/>
                <a:cs typeface="Poppins" panose="00000500000000000000" pitchFamily="2" charset="0"/>
              </a:rPr>
              <a:t>By running entirely on a Local Area Network (LAN) utilizing React, Node, and Prisma, we guarantee zero downtime even during municipal internet outages.</a:t>
            </a:r>
          </a:p>
        </p:txBody>
      </p:sp>
      <p:pic>
        <p:nvPicPr>
          <p:cNvPr id="11" name="Graphic 10" descr="Research with solid fill">
            <a:extLst>
              <a:ext uri="{FF2B5EF4-FFF2-40B4-BE49-F238E27FC236}">
                <a16:creationId xmlns:a16="http://schemas.microsoft.com/office/drawing/2014/main" id="{C37BFEFE-DB91-065D-51D2-B5623CF08B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718" y="754845"/>
            <a:ext cx="914400" cy="914400"/>
          </a:xfrm>
          <a:prstGeom prst="rect">
            <a:avLst/>
          </a:prstGeom>
        </p:spPr>
      </p:pic>
      <p:sp>
        <p:nvSpPr>
          <p:cNvPr id="4" name="TextBox 3">
            <a:extLst>
              <a:ext uri="{FF2B5EF4-FFF2-40B4-BE49-F238E27FC236}">
                <a16:creationId xmlns:a16="http://schemas.microsoft.com/office/drawing/2014/main" id="{F1AED5B0-04D9-6333-E470-374B05C6D23F}"/>
              </a:ext>
            </a:extLst>
          </p:cNvPr>
          <p:cNvSpPr txBox="1"/>
          <p:nvPr/>
        </p:nvSpPr>
        <p:spPr>
          <a:xfrm>
            <a:off x="3671332" y="4011790"/>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Native "Return Tomorrow" Handling: </a:t>
            </a:r>
            <a:r>
              <a:rPr lang="en-US" sz="2400" dirty="0">
                <a:latin typeface="Poppins" panose="00000500000000000000" pitchFamily="2" charset="0"/>
                <a:cs typeface="Poppins" panose="00000500000000000000" pitchFamily="2" charset="0"/>
              </a:rPr>
              <a:t>Instead of relying on paid SMS appointment add-ons, we will build priority re-entry directly into the local workflow to accommodate clients with incomplete requirements.</a:t>
            </a:r>
          </a:p>
        </p:txBody>
      </p:sp>
      <p:pic>
        <p:nvPicPr>
          <p:cNvPr id="19" name="Graphic 18" descr="Clipboard Checked with solid fill">
            <a:extLst>
              <a:ext uri="{FF2B5EF4-FFF2-40B4-BE49-F238E27FC236}">
                <a16:creationId xmlns:a16="http://schemas.microsoft.com/office/drawing/2014/main" id="{BE2EA725-CFC3-2867-9A21-81CC3DC363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9240" y="2434935"/>
            <a:ext cx="914400" cy="914400"/>
          </a:xfrm>
          <a:prstGeom prst="rect">
            <a:avLst/>
          </a:prstGeom>
        </p:spPr>
      </p:pic>
      <p:pic>
        <p:nvPicPr>
          <p:cNvPr id="22" name="Graphic 21" descr="Blueprint with solid fill">
            <a:extLst>
              <a:ext uri="{FF2B5EF4-FFF2-40B4-BE49-F238E27FC236}">
                <a16:creationId xmlns:a16="http://schemas.microsoft.com/office/drawing/2014/main" id="{3935A160-C7E7-852A-B10C-06AD76CF57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9240" y="3823070"/>
            <a:ext cx="914400" cy="914400"/>
          </a:xfrm>
          <a:prstGeom prst="rect">
            <a:avLst/>
          </a:prstGeom>
        </p:spPr>
      </p:pic>
      <p:pic>
        <p:nvPicPr>
          <p:cNvPr id="25" name="Graphic 24" descr="Tools with solid fill">
            <a:extLst>
              <a:ext uri="{FF2B5EF4-FFF2-40B4-BE49-F238E27FC236}">
                <a16:creationId xmlns:a16="http://schemas.microsoft.com/office/drawing/2014/main" id="{FB8AA6FB-7E01-1C39-BC5E-435CD64AB3B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9507" y="4642704"/>
            <a:ext cx="914400" cy="914400"/>
          </a:xfrm>
          <a:prstGeom prst="rect">
            <a:avLst/>
          </a:prstGeom>
        </p:spPr>
      </p:pic>
      <p:sp>
        <p:nvSpPr>
          <p:cNvPr id="12" name="TextBox 11">
            <a:extLst>
              <a:ext uri="{FF2B5EF4-FFF2-40B4-BE49-F238E27FC236}">
                <a16:creationId xmlns:a16="http://schemas.microsoft.com/office/drawing/2014/main" id="{02FA3CE0-412B-7DF1-0542-5C54ABD0ED3D}"/>
              </a:ext>
            </a:extLst>
          </p:cNvPr>
          <p:cNvSpPr txBox="1"/>
          <p:nvPr/>
        </p:nvSpPr>
        <p:spPr>
          <a:xfrm>
            <a:off x="3706048" y="-849446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Statement of Objectives</a:t>
            </a:r>
            <a:endParaRPr lang="en-PH" sz="2800" b="1" dirty="0">
              <a:highlight>
                <a:srgbClr val="FFC000"/>
              </a:highlight>
              <a:latin typeface="Poppins" panose="00000500000000000000" pitchFamily="2" charset="0"/>
              <a:cs typeface="Poppins" panose="00000500000000000000" pitchFamily="2" charset="0"/>
            </a:endParaRPr>
          </a:p>
        </p:txBody>
      </p:sp>
      <p:sp>
        <p:nvSpPr>
          <p:cNvPr id="16" name="TextBox 15">
            <a:extLst>
              <a:ext uri="{FF2B5EF4-FFF2-40B4-BE49-F238E27FC236}">
                <a16:creationId xmlns:a16="http://schemas.microsoft.com/office/drawing/2014/main" id="{90FC62CB-5358-AD13-553F-2F3784B789BC}"/>
              </a:ext>
            </a:extLst>
          </p:cNvPr>
          <p:cNvSpPr txBox="1"/>
          <p:nvPr/>
        </p:nvSpPr>
        <p:spPr>
          <a:xfrm>
            <a:off x="3671332" y="-6938015"/>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General Objective: </a:t>
            </a:r>
            <a:r>
              <a:rPr lang="en-US" sz="2400" dirty="0">
                <a:latin typeface="Poppins" panose="00000500000000000000" pitchFamily="2" charset="0"/>
                <a:cs typeface="Poppins" panose="00000500000000000000" pitchFamily="2" charset="0"/>
              </a:rPr>
              <a:t>To design and implement a Real-Time LAN-Based Queuing Management and Statistical Reporting System specifically adapted for the Rosario BPL-LIEO.</a:t>
            </a:r>
          </a:p>
        </p:txBody>
      </p:sp>
      <p:sp>
        <p:nvSpPr>
          <p:cNvPr id="18" name="TextBox 17">
            <a:extLst>
              <a:ext uri="{FF2B5EF4-FFF2-40B4-BE49-F238E27FC236}">
                <a16:creationId xmlns:a16="http://schemas.microsoft.com/office/drawing/2014/main" id="{DBABC69A-615B-0755-6B70-6390631CC92A}"/>
              </a:ext>
            </a:extLst>
          </p:cNvPr>
          <p:cNvSpPr txBox="1"/>
          <p:nvPr/>
        </p:nvSpPr>
        <p:spPr>
          <a:xfrm>
            <a:off x="3671332" y="-4335125"/>
            <a:ext cx="8257520" cy="3970318"/>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Specific Objectives:</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design and develop an automated LAN-based system.</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test and improve the system's performance, real-time data synchronization, and overall functionality through iterative alpha and beta testing in a local area network environment.</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assess the quality of the developed system in terms of functionality, reliability, usability, efficiency, maintainability, portability, compatibility and security based on the ISO 25010 Software Quality Standards, as assessed by the BPL-LIEO staff and clients.</a:t>
            </a:r>
          </a:p>
        </p:txBody>
      </p:sp>
    </p:spTree>
    <p:extLst>
      <p:ext uri="{BB962C8B-B14F-4D97-AF65-F5344CB8AC3E}">
        <p14:creationId xmlns:p14="http://schemas.microsoft.com/office/powerpoint/2010/main" val="38805055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6D0F-9D9E-2428-B4CF-EB5417E12A05}"/>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2727EAC-C368-8B40-EDAF-A208A09CACAA}"/>
              </a:ext>
            </a:extLst>
          </p:cNvPr>
          <p:cNvCxnSpPr>
            <a:cxnSpLocks/>
          </p:cNvCxnSpPr>
          <p:nvPr/>
        </p:nvCxnSpPr>
        <p:spPr>
          <a:xfrm>
            <a:off x="3099435" y="2729617"/>
            <a:ext cx="283845"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64E10129-6C34-E77F-26D5-1CE57141031F}"/>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90BC4D09-0FE1-5889-9D18-AC9744EEF132}"/>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0FA4042C-A7FC-D473-90C7-405854BA6081}"/>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C8A178B8-39BC-36E2-7E3B-65071E458184}"/>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FFD8FFCB-86E3-C4D1-47B7-4E096EF3C94A}"/>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23556D31-EDA2-B8D0-0749-11C2B40635A9}"/>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5" name="Rectangle: Rounded Corners 4">
            <a:extLst>
              <a:ext uri="{FF2B5EF4-FFF2-40B4-BE49-F238E27FC236}">
                <a16:creationId xmlns:a16="http://schemas.microsoft.com/office/drawing/2014/main" id="{27EAC77D-DB9D-6D91-9F28-1C53F7A3E46E}"/>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8" name="TextBox 7">
            <a:extLst>
              <a:ext uri="{FF2B5EF4-FFF2-40B4-BE49-F238E27FC236}">
                <a16:creationId xmlns:a16="http://schemas.microsoft.com/office/drawing/2014/main" id="{9188D6D7-72E0-0F42-F995-645B0A092DF7}"/>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Statement of Objectives</a:t>
            </a:r>
            <a:endParaRPr lang="en-PH" sz="2800" b="1" dirty="0">
              <a:highlight>
                <a:srgbClr val="FFC000"/>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EED61A9A-C7EC-E4EF-1CC1-B1317DC088EC}"/>
              </a:ext>
            </a:extLst>
          </p:cNvPr>
          <p:cNvSpPr txBox="1"/>
          <p:nvPr/>
        </p:nvSpPr>
        <p:spPr>
          <a:xfrm>
            <a:off x="3671332" y="973267"/>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General Objective: </a:t>
            </a:r>
            <a:r>
              <a:rPr lang="en-US" sz="2400" dirty="0">
                <a:latin typeface="Poppins" panose="00000500000000000000" pitchFamily="2" charset="0"/>
                <a:cs typeface="Poppins" panose="00000500000000000000" pitchFamily="2" charset="0"/>
              </a:rPr>
              <a:t>To design and implement a Real-Time LAN-Based Queuing Management and Statistical Reporting System specifically adapted for the Rosario BPL-LIEO.</a:t>
            </a:r>
          </a:p>
        </p:txBody>
      </p:sp>
      <p:sp>
        <p:nvSpPr>
          <p:cNvPr id="13" name="TextBox 12">
            <a:extLst>
              <a:ext uri="{FF2B5EF4-FFF2-40B4-BE49-F238E27FC236}">
                <a16:creationId xmlns:a16="http://schemas.microsoft.com/office/drawing/2014/main" id="{B64CB9BC-5F95-0F6F-4E79-951D00A4D9F2}"/>
              </a:ext>
            </a:extLst>
          </p:cNvPr>
          <p:cNvSpPr txBox="1"/>
          <p:nvPr/>
        </p:nvSpPr>
        <p:spPr>
          <a:xfrm>
            <a:off x="3671332" y="2507021"/>
            <a:ext cx="8257520" cy="3970318"/>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Specific Objectives:</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design and develop an automated LAN-based system.</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test and improve the system's performance, real-time data synchronization, and overall functionality through iterative alpha and beta testing in a local area network environment.</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assess the quality of the developed system in terms of functionality, reliability, usability, efficiency, maintainability, portability, compatibility and security based on the ISO 25010 Software Quality Standards, as assessed by the BPL-LIEO staff and clients.</a:t>
            </a:r>
          </a:p>
        </p:txBody>
      </p:sp>
      <p:pic>
        <p:nvPicPr>
          <p:cNvPr id="11" name="Graphic 10" descr="Research with solid fill">
            <a:extLst>
              <a:ext uri="{FF2B5EF4-FFF2-40B4-BE49-F238E27FC236}">
                <a16:creationId xmlns:a16="http://schemas.microsoft.com/office/drawing/2014/main" id="{A93794B3-7BB7-E7E1-A7C9-3B7C15826A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07" y="1300897"/>
            <a:ext cx="914400" cy="914400"/>
          </a:xfrm>
          <a:prstGeom prst="rect">
            <a:avLst/>
          </a:prstGeom>
        </p:spPr>
      </p:pic>
      <p:sp>
        <p:nvSpPr>
          <p:cNvPr id="4" name="Oval 3">
            <a:extLst>
              <a:ext uri="{FF2B5EF4-FFF2-40B4-BE49-F238E27FC236}">
                <a16:creationId xmlns:a16="http://schemas.microsoft.com/office/drawing/2014/main" id="{D9A408D8-BED9-31E7-0DBB-97CA7116F39C}"/>
              </a:ext>
            </a:extLst>
          </p:cNvPr>
          <p:cNvSpPr/>
          <p:nvPr/>
        </p:nvSpPr>
        <p:spPr>
          <a:xfrm>
            <a:off x="1204753" y="1891764"/>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2" name="Graphic 21" descr="Clipboard Checked with solid fill">
            <a:extLst>
              <a:ext uri="{FF2B5EF4-FFF2-40B4-BE49-F238E27FC236}">
                <a16:creationId xmlns:a16="http://schemas.microsoft.com/office/drawing/2014/main" id="{59CBACD2-908D-669C-0354-A341865F3E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8863" y="2301700"/>
            <a:ext cx="914400" cy="914400"/>
          </a:xfrm>
          <a:prstGeom prst="rect">
            <a:avLst/>
          </a:prstGeom>
        </p:spPr>
      </p:pic>
      <p:pic>
        <p:nvPicPr>
          <p:cNvPr id="50" name="Graphic 49" descr="Blueprint with solid fill">
            <a:extLst>
              <a:ext uri="{FF2B5EF4-FFF2-40B4-BE49-F238E27FC236}">
                <a16:creationId xmlns:a16="http://schemas.microsoft.com/office/drawing/2014/main" id="{1B89F3B9-5C44-E684-74D0-7A2E6EC11C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9240" y="3823070"/>
            <a:ext cx="914400" cy="914400"/>
          </a:xfrm>
          <a:prstGeom prst="rect">
            <a:avLst/>
          </a:prstGeom>
        </p:spPr>
      </p:pic>
      <p:pic>
        <p:nvPicPr>
          <p:cNvPr id="60" name="Graphic 59" descr="Tools with solid fill">
            <a:extLst>
              <a:ext uri="{FF2B5EF4-FFF2-40B4-BE49-F238E27FC236}">
                <a16:creationId xmlns:a16="http://schemas.microsoft.com/office/drawing/2014/main" id="{E28CF116-8BED-C904-8448-8D50FE61780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9507" y="4642704"/>
            <a:ext cx="914400" cy="914400"/>
          </a:xfrm>
          <a:prstGeom prst="rect">
            <a:avLst/>
          </a:prstGeom>
        </p:spPr>
      </p:pic>
      <p:sp>
        <p:nvSpPr>
          <p:cNvPr id="6" name="TextBox 5">
            <a:extLst>
              <a:ext uri="{FF2B5EF4-FFF2-40B4-BE49-F238E27FC236}">
                <a16:creationId xmlns:a16="http://schemas.microsoft.com/office/drawing/2014/main" id="{AFF96EA4-8D5B-BCFC-9320-58C342EFF384}"/>
              </a:ext>
            </a:extLst>
          </p:cNvPr>
          <p:cNvSpPr txBox="1"/>
          <p:nvPr/>
        </p:nvSpPr>
        <p:spPr>
          <a:xfrm>
            <a:off x="3706048" y="7345131"/>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Situation Analysis: </a:t>
            </a:r>
            <a:r>
              <a:rPr lang="en-US" sz="2800" b="1" dirty="0">
                <a:highlight>
                  <a:srgbClr val="00FFFF"/>
                </a:highlight>
                <a:latin typeface="Poppins" panose="00000500000000000000" pitchFamily="2" charset="0"/>
                <a:cs typeface="Poppins" panose="00000500000000000000" pitchFamily="2" charset="0"/>
              </a:rPr>
              <a:t>Our Competitive Edge</a:t>
            </a:r>
            <a:endParaRPr lang="en-PH" sz="2800" dirty="0">
              <a:highlight>
                <a:srgbClr val="00FFFF"/>
              </a:highlight>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E235AE76-3CB5-AB76-C37E-3CF8A70E1AF5}"/>
              </a:ext>
            </a:extLst>
          </p:cNvPr>
          <p:cNvSpPr txBox="1"/>
          <p:nvPr/>
        </p:nvSpPr>
        <p:spPr>
          <a:xfrm>
            <a:off x="3671332" y="8635228"/>
            <a:ext cx="8257520" cy="2308324"/>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Immutable Audit Trails (Free vs. Paid): </a:t>
            </a:r>
            <a:r>
              <a:rPr lang="en-US" sz="2400" dirty="0">
                <a:solidFill>
                  <a:srgbClr val="DCEAF7"/>
                </a:solidFill>
                <a:latin typeface="Poppins" panose="00000500000000000000" pitchFamily="2" charset="0"/>
                <a:cs typeface="Poppins" panose="00000500000000000000" pitchFamily="2" charset="0"/>
              </a:rPr>
              <a:t>While commercial systems lock staff accountability logs behind expensive "Service Intelligence" paywalls, our system natively will include tamper-evident logging to ensure LGU transparency—at zero cost.</a:t>
            </a:r>
          </a:p>
        </p:txBody>
      </p:sp>
      <p:sp>
        <p:nvSpPr>
          <p:cNvPr id="15" name="TextBox 14">
            <a:extLst>
              <a:ext uri="{FF2B5EF4-FFF2-40B4-BE49-F238E27FC236}">
                <a16:creationId xmlns:a16="http://schemas.microsoft.com/office/drawing/2014/main" id="{FAC9C035-108C-BEB8-8409-0EF373F95405}"/>
              </a:ext>
            </a:extLst>
          </p:cNvPr>
          <p:cNvSpPr txBox="1"/>
          <p:nvPr/>
        </p:nvSpPr>
        <p:spPr>
          <a:xfrm>
            <a:off x="3671332" y="10217474"/>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Prescriptive Bottleneck Alerts: </a:t>
            </a:r>
            <a:r>
              <a:rPr lang="en-US" sz="2400" dirty="0">
                <a:solidFill>
                  <a:srgbClr val="DCEAF7"/>
                </a:solidFill>
                <a:latin typeface="Poppins" panose="00000500000000000000" pitchFamily="2" charset="0"/>
                <a:cs typeface="Poppins" panose="00000500000000000000" pitchFamily="2" charset="0"/>
              </a:rPr>
              <a:t>Instead of just showing past data, our system will use real-time rolling averages to detect if a specific queue (e.g., Renewals) is moving too slowly, instantly alerting the Admin to open a new window.</a:t>
            </a:r>
          </a:p>
        </p:txBody>
      </p:sp>
      <p:sp>
        <p:nvSpPr>
          <p:cNvPr id="17" name="TextBox 16">
            <a:extLst>
              <a:ext uri="{FF2B5EF4-FFF2-40B4-BE49-F238E27FC236}">
                <a16:creationId xmlns:a16="http://schemas.microsoft.com/office/drawing/2014/main" id="{7116F96B-B3FD-715C-9EFD-790117E1A112}"/>
              </a:ext>
            </a:extLst>
          </p:cNvPr>
          <p:cNvSpPr txBox="1"/>
          <p:nvPr/>
        </p:nvSpPr>
        <p:spPr>
          <a:xfrm>
            <a:off x="3671332" y="12218359"/>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100% Infrastructure Independence: </a:t>
            </a:r>
            <a:r>
              <a:rPr lang="en-US" sz="2400" dirty="0">
                <a:latin typeface="Poppins" panose="00000500000000000000" pitchFamily="2" charset="0"/>
                <a:cs typeface="Poppins" panose="00000500000000000000" pitchFamily="2" charset="0"/>
              </a:rPr>
              <a:t>By running entirely on a Local Area Network (LAN) utilizing React, Node, and Prisma, we guarantee zero downtime even during municipal internet outages.</a:t>
            </a:r>
          </a:p>
        </p:txBody>
      </p:sp>
      <p:sp>
        <p:nvSpPr>
          <p:cNvPr id="19" name="TextBox 18">
            <a:extLst>
              <a:ext uri="{FF2B5EF4-FFF2-40B4-BE49-F238E27FC236}">
                <a16:creationId xmlns:a16="http://schemas.microsoft.com/office/drawing/2014/main" id="{5A8EE6FF-21A7-7FA8-5051-6E5CFF901B19}"/>
              </a:ext>
            </a:extLst>
          </p:cNvPr>
          <p:cNvSpPr txBox="1"/>
          <p:nvPr/>
        </p:nvSpPr>
        <p:spPr>
          <a:xfrm>
            <a:off x="3671332" y="15343186"/>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Native "Return Tomorrow" Handling: </a:t>
            </a:r>
            <a:r>
              <a:rPr lang="en-US" sz="2400" dirty="0">
                <a:latin typeface="Poppins" panose="00000500000000000000" pitchFamily="2" charset="0"/>
                <a:cs typeface="Poppins" panose="00000500000000000000" pitchFamily="2" charset="0"/>
              </a:rPr>
              <a:t>Instead of relying on paid SMS appointment add-ons, we will build priority re-entry directly into the local workflow to accommodate clients with incomplete requirements.</a:t>
            </a:r>
          </a:p>
        </p:txBody>
      </p:sp>
      <p:sp>
        <p:nvSpPr>
          <p:cNvPr id="24" name="TextBox 23">
            <a:extLst>
              <a:ext uri="{FF2B5EF4-FFF2-40B4-BE49-F238E27FC236}">
                <a16:creationId xmlns:a16="http://schemas.microsoft.com/office/drawing/2014/main" id="{54001E34-4655-F617-5E5D-590CA95E8046}"/>
              </a:ext>
            </a:extLst>
          </p:cNvPr>
          <p:cNvSpPr txBox="1"/>
          <p:nvPr/>
        </p:nvSpPr>
        <p:spPr>
          <a:xfrm>
            <a:off x="3706048" y="-6086769"/>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Research Design</a:t>
            </a:r>
            <a:endParaRPr lang="en-PH" sz="2800" dirty="0">
              <a:highlight>
                <a:srgbClr val="FFC000"/>
              </a:highlight>
              <a:latin typeface="Poppins" panose="00000500000000000000" pitchFamily="2" charset="0"/>
              <a:cs typeface="Poppins" panose="00000500000000000000" pitchFamily="2" charset="0"/>
            </a:endParaRPr>
          </a:p>
        </p:txBody>
      </p:sp>
      <p:sp>
        <p:nvSpPr>
          <p:cNvPr id="26" name="TextBox 25">
            <a:extLst>
              <a:ext uri="{FF2B5EF4-FFF2-40B4-BE49-F238E27FC236}">
                <a16:creationId xmlns:a16="http://schemas.microsoft.com/office/drawing/2014/main" id="{4FBD7DEC-6495-CF6E-1475-5A29AB8A2924}"/>
              </a:ext>
            </a:extLst>
          </p:cNvPr>
          <p:cNvSpPr txBox="1"/>
          <p:nvPr/>
        </p:nvSpPr>
        <p:spPr>
          <a:xfrm>
            <a:off x="3671332" y="-4783879"/>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Developmental Research:</a:t>
            </a:r>
            <a:r>
              <a:rPr lang="en-US" sz="2400" dirty="0">
                <a:latin typeface="Poppins" panose="00000500000000000000" pitchFamily="2" charset="0"/>
                <a:cs typeface="Poppins" panose="00000500000000000000" pitchFamily="2" charset="0"/>
              </a:rPr>
              <a:t> Systematically designing, building, and refining the queuing software to directly solve the operational bottlenecks of the BPL-LIEO.</a:t>
            </a:r>
          </a:p>
        </p:txBody>
      </p:sp>
      <p:sp>
        <p:nvSpPr>
          <p:cNvPr id="29" name="TextBox 28">
            <a:extLst>
              <a:ext uri="{FF2B5EF4-FFF2-40B4-BE49-F238E27FC236}">
                <a16:creationId xmlns:a16="http://schemas.microsoft.com/office/drawing/2014/main" id="{E05BB210-EBB8-C6EE-DAD0-86A0BE0AD9F1}"/>
              </a:ext>
            </a:extLst>
          </p:cNvPr>
          <p:cNvSpPr txBox="1"/>
          <p:nvPr/>
        </p:nvSpPr>
        <p:spPr>
          <a:xfrm>
            <a:off x="3671332" y="-2222617"/>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Descriptive Research: </a:t>
            </a:r>
            <a:r>
              <a:rPr lang="en-US" sz="2400" dirty="0">
                <a:latin typeface="Poppins" panose="00000500000000000000" pitchFamily="2" charset="0"/>
                <a:cs typeface="Poppins" panose="00000500000000000000" pitchFamily="2" charset="0"/>
              </a:rPr>
              <a:t>Utilized to objectively evaluate the system's quality and gather quantitative feedback from both staff and citizens compared to their experience with the manual method.</a:t>
            </a:r>
          </a:p>
        </p:txBody>
      </p:sp>
    </p:spTree>
    <p:extLst>
      <p:ext uri="{BB962C8B-B14F-4D97-AF65-F5344CB8AC3E}">
        <p14:creationId xmlns:p14="http://schemas.microsoft.com/office/powerpoint/2010/main" val="23914187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40E30-12F0-015F-058E-F653BFF1773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F9AF5ED-6082-082C-5B19-D5D06E15EAC5}"/>
              </a:ext>
            </a:extLst>
          </p:cNvPr>
          <p:cNvCxnSpPr>
            <a:cxnSpLocks/>
          </p:cNvCxnSpPr>
          <p:nvPr/>
        </p:nvCxnSpPr>
        <p:spPr>
          <a:xfrm>
            <a:off x="3188208" y="4438783"/>
            <a:ext cx="195072"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21B0DE15-82BC-AEE1-FF36-F415C05A386E}"/>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1963C06F-08C0-E20F-F63C-A37A89B55B20}"/>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9EB95E41-94B5-FE6C-BC90-234C41F808D9}"/>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6E5AEBBA-C99D-3B3C-2116-755236D38085}"/>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780232C4-A90A-785A-1A0F-A70308BAE7FE}"/>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56C0EDFE-3037-D9CD-D56E-2680ECC8A360}"/>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5" name="Rectangle: Rounded Corners 4">
            <a:extLst>
              <a:ext uri="{FF2B5EF4-FFF2-40B4-BE49-F238E27FC236}">
                <a16:creationId xmlns:a16="http://schemas.microsoft.com/office/drawing/2014/main" id="{E9A7442B-97B0-A43D-1DDF-ADB4A2326D9A}"/>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8" name="TextBox 7">
            <a:extLst>
              <a:ext uri="{FF2B5EF4-FFF2-40B4-BE49-F238E27FC236}">
                <a16:creationId xmlns:a16="http://schemas.microsoft.com/office/drawing/2014/main" id="{CBC92143-65EA-9687-7C88-F9E72056A073}"/>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Research Design</a:t>
            </a:r>
            <a:endParaRPr lang="en-PH" sz="2800" dirty="0">
              <a:highlight>
                <a:srgbClr val="FFC000"/>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EF9C5ADF-E22C-406C-F453-1EB7A17AEF5E}"/>
              </a:ext>
            </a:extLst>
          </p:cNvPr>
          <p:cNvSpPr txBox="1"/>
          <p:nvPr/>
        </p:nvSpPr>
        <p:spPr>
          <a:xfrm>
            <a:off x="3671332" y="973267"/>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Developmental Research:</a:t>
            </a:r>
            <a:r>
              <a:rPr lang="en-US" sz="2400" dirty="0">
                <a:latin typeface="Poppins" panose="00000500000000000000" pitchFamily="2" charset="0"/>
                <a:cs typeface="Poppins" panose="00000500000000000000" pitchFamily="2" charset="0"/>
              </a:rPr>
              <a:t> Systematically designing, building, and refining the queuing software to directly solve the operational bottlenecks of the BPL-LIEO.</a:t>
            </a:r>
          </a:p>
        </p:txBody>
      </p:sp>
      <p:sp>
        <p:nvSpPr>
          <p:cNvPr id="13" name="TextBox 12">
            <a:extLst>
              <a:ext uri="{FF2B5EF4-FFF2-40B4-BE49-F238E27FC236}">
                <a16:creationId xmlns:a16="http://schemas.microsoft.com/office/drawing/2014/main" id="{95B5353A-1CD7-D224-0137-EB0B1204C738}"/>
              </a:ext>
            </a:extLst>
          </p:cNvPr>
          <p:cNvSpPr txBox="1"/>
          <p:nvPr/>
        </p:nvSpPr>
        <p:spPr>
          <a:xfrm>
            <a:off x="3671332" y="2507021"/>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Descriptive Research: </a:t>
            </a:r>
            <a:r>
              <a:rPr lang="en-US" sz="2400" dirty="0">
                <a:latin typeface="Poppins" panose="00000500000000000000" pitchFamily="2" charset="0"/>
                <a:cs typeface="Poppins" panose="00000500000000000000" pitchFamily="2" charset="0"/>
              </a:rPr>
              <a:t>Utilized to objectively evaluate the system's quality and gather quantitative feedback from both staff and citizens compared to their experience with the manual method.</a:t>
            </a:r>
          </a:p>
        </p:txBody>
      </p:sp>
      <p:sp>
        <p:nvSpPr>
          <p:cNvPr id="15" name="Oval 14">
            <a:extLst>
              <a:ext uri="{FF2B5EF4-FFF2-40B4-BE49-F238E27FC236}">
                <a16:creationId xmlns:a16="http://schemas.microsoft.com/office/drawing/2014/main" id="{3E2BD984-B041-7753-8595-B2823762C6A3}"/>
              </a:ext>
            </a:extLst>
          </p:cNvPr>
          <p:cNvSpPr/>
          <p:nvPr/>
        </p:nvSpPr>
        <p:spPr>
          <a:xfrm>
            <a:off x="1283873" y="3499905"/>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7" name="Graphic 16" descr="Clipboard Checked with solid fill">
            <a:extLst>
              <a:ext uri="{FF2B5EF4-FFF2-40B4-BE49-F238E27FC236}">
                <a16:creationId xmlns:a16="http://schemas.microsoft.com/office/drawing/2014/main" id="{E59C8CC1-A35C-28F8-8843-602A1AEF9C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9240" y="2124528"/>
            <a:ext cx="914400" cy="914400"/>
          </a:xfrm>
          <a:prstGeom prst="rect">
            <a:avLst/>
          </a:prstGeom>
        </p:spPr>
      </p:pic>
      <p:pic>
        <p:nvPicPr>
          <p:cNvPr id="26" name="Graphic 25" descr="Research with solid fill">
            <a:extLst>
              <a:ext uri="{FF2B5EF4-FFF2-40B4-BE49-F238E27FC236}">
                <a16:creationId xmlns:a16="http://schemas.microsoft.com/office/drawing/2014/main" id="{7D4B35F6-BD45-D2A4-43EF-FA38E7ADE8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07" y="1300897"/>
            <a:ext cx="914400" cy="914400"/>
          </a:xfrm>
          <a:prstGeom prst="rect">
            <a:avLst/>
          </a:prstGeom>
        </p:spPr>
      </p:pic>
      <p:pic>
        <p:nvPicPr>
          <p:cNvPr id="29" name="Graphic 28" descr="Blueprint with solid fill">
            <a:extLst>
              <a:ext uri="{FF2B5EF4-FFF2-40B4-BE49-F238E27FC236}">
                <a16:creationId xmlns:a16="http://schemas.microsoft.com/office/drawing/2014/main" id="{9B2E156F-3E3A-9C8C-7DFE-8CB1D3F04C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26663" y="3909841"/>
            <a:ext cx="914400" cy="914400"/>
          </a:xfrm>
          <a:prstGeom prst="rect">
            <a:avLst/>
          </a:prstGeom>
        </p:spPr>
      </p:pic>
      <p:pic>
        <p:nvPicPr>
          <p:cNvPr id="35" name="Graphic 34" descr="Tools with solid fill">
            <a:extLst>
              <a:ext uri="{FF2B5EF4-FFF2-40B4-BE49-F238E27FC236}">
                <a16:creationId xmlns:a16="http://schemas.microsoft.com/office/drawing/2014/main" id="{2E1E7AD4-6DBE-E5F3-BFED-232022D069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9507" y="4642704"/>
            <a:ext cx="914400" cy="914400"/>
          </a:xfrm>
          <a:prstGeom prst="rect">
            <a:avLst/>
          </a:prstGeom>
        </p:spPr>
      </p:pic>
      <p:sp>
        <p:nvSpPr>
          <p:cNvPr id="4" name="TextBox 3">
            <a:extLst>
              <a:ext uri="{FF2B5EF4-FFF2-40B4-BE49-F238E27FC236}">
                <a16:creationId xmlns:a16="http://schemas.microsoft.com/office/drawing/2014/main" id="{F758DEA8-50DC-AA01-D397-C7E12DA143C8}"/>
              </a:ext>
            </a:extLst>
          </p:cNvPr>
          <p:cNvSpPr txBox="1"/>
          <p:nvPr/>
        </p:nvSpPr>
        <p:spPr>
          <a:xfrm>
            <a:off x="3706048" y="7345131"/>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Statement of Objectives</a:t>
            </a:r>
            <a:endParaRPr lang="en-PH" sz="2800" b="1" dirty="0">
              <a:highlight>
                <a:srgbClr val="FFC000"/>
              </a:highlight>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9262A0A2-40B4-D39B-0A96-8923969C39AA}"/>
              </a:ext>
            </a:extLst>
          </p:cNvPr>
          <p:cNvSpPr txBox="1"/>
          <p:nvPr/>
        </p:nvSpPr>
        <p:spPr>
          <a:xfrm>
            <a:off x="3671332" y="8901581"/>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General Objective: </a:t>
            </a:r>
            <a:r>
              <a:rPr lang="en-US" sz="2400" dirty="0">
                <a:latin typeface="Poppins" panose="00000500000000000000" pitchFamily="2" charset="0"/>
                <a:cs typeface="Poppins" panose="00000500000000000000" pitchFamily="2" charset="0"/>
              </a:rPr>
              <a:t>To design and implement a Real-Time LAN-Based Queuing Management and Statistical Reporting System specifically adapted for the Rosario BPL-LIEO.</a:t>
            </a:r>
          </a:p>
        </p:txBody>
      </p:sp>
      <p:sp>
        <p:nvSpPr>
          <p:cNvPr id="12" name="TextBox 11">
            <a:extLst>
              <a:ext uri="{FF2B5EF4-FFF2-40B4-BE49-F238E27FC236}">
                <a16:creationId xmlns:a16="http://schemas.microsoft.com/office/drawing/2014/main" id="{2C83048E-7D08-6A87-0AD7-644A09C208CB}"/>
              </a:ext>
            </a:extLst>
          </p:cNvPr>
          <p:cNvSpPr txBox="1"/>
          <p:nvPr/>
        </p:nvSpPr>
        <p:spPr>
          <a:xfrm>
            <a:off x="3671332" y="11504471"/>
            <a:ext cx="8257520" cy="3970318"/>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Specific Objectives:</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design and develop an automated LAN-based system.</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test and improve the system's performance, real-time data synchronization, and overall functionality through iterative alpha and beta testing in a local area network environment.</a:t>
            </a:r>
          </a:p>
          <a:p>
            <a:pPr marL="914400" lvl="1" indent="-457200">
              <a:buFont typeface="+mj-lt"/>
              <a:buAutoNum type="arabicPeriod"/>
            </a:pPr>
            <a:r>
              <a:rPr lang="en-US" sz="2100" dirty="0">
                <a:latin typeface="Poppins" panose="00000500000000000000" pitchFamily="2" charset="0"/>
                <a:cs typeface="Poppins" panose="00000500000000000000" pitchFamily="2" charset="0"/>
              </a:rPr>
              <a:t>To assess the quality of the developed system in terms of functionality, reliability, usability, efficiency, maintainability, portability, compatibility and security based on the ISO 25010 Software Quality Standards, as assessed by the BPL-LIEO staff and clients.</a:t>
            </a:r>
          </a:p>
        </p:txBody>
      </p:sp>
      <p:sp>
        <p:nvSpPr>
          <p:cNvPr id="16" name="TextBox 15">
            <a:extLst>
              <a:ext uri="{FF2B5EF4-FFF2-40B4-BE49-F238E27FC236}">
                <a16:creationId xmlns:a16="http://schemas.microsoft.com/office/drawing/2014/main" id="{9EE6451D-09FE-CC65-A33A-CD61E21E388A}"/>
              </a:ext>
            </a:extLst>
          </p:cNvPr>
          <p:cNvSpPr txBox="1"/>
          <p:nvPr/>
        </p:nvSpPr>
        <p:spPr>
          <a:xfrm>
            <a:off x="3706048" y="-10502450"/>
            <a:ext cx="8485952" cy="954107"/>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FFFF00"/>
                </a:highlight>
                <a:latin typeface="Poppins" panose="00000500000000000000" pitchFamily="2" charset="0"/>
                <a:cs typeface="Poppins" panose="00000500000000000000" pitchFamily="2" charset="0"/>
              </a:rPr>
              <a:t>Infrastructure &amp; Tech Stack</a:t>
            </a:r>
            <a:endParaRPr lang="en-PH" sz="2800" dirty="0">
              <a:highlight>
                <a:srgbClr val="FFFF00"/>
              </a:highlight>
              <a:latin typeface="Poppins" panose="00000500000000000000" pitchFamily="2" charset="0"/>
              <a:cs typeface="Poppins" panose="00000500000000000000" pitchFamily="2" charset="0"/>
            </a:endParaRPr>
          </a:p>
        </p:txBody>
      </p:sp>
      <p:sp>
        <p:nvSpPr>
          <p:cNvPr id="19" name="TextBox 18">
            <a:extLst>
              <a:ext uri="{FF2B5EF4-FFF2-40B4-BE49-F238E27FC236}">
                <a16:creationId xmlns:a16="http://schemas.microsoft.com/office/drawing/2014/main" id="{D117C90F-83C5-C2AF-2DFB-D430950C411B}"/>
              </a:ext>
            </a:extLst>
          </p:cNvPr>
          <p:cNvSpPr txBox="1"/>
          <p:nvPr/>
        </p:nvSpPr>
        <p:spPr>
          <a:xfrm>
            <a:off x="3671332" y="-5215407"/>
            <a:ext cx="8257520" cy="2677656"/>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Proposed Fault Tolerance (100% Uptime):</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PM2 Process Manager: </a:t>
            </a:r>
            <a:r>
              <a:rPr lang="en-US" sz="2100" dirty="0">
                <a:latin typeface="Poppins" panose="00000500000000000000" pitchFamily="2" charset="0"/>
                <a:cs typeface="Poppins" panose="00000500000000000000" pitchFamily="2" charset="0"/>
              </a:rPr>
              <a:t>Automatically restarts the Node.js server within a second if a crash occurs.</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SQLite WAL Mode: </a:t>
            </a:r>
            <a:r>
              <a:rPr lang="en-US" sz="2100" dirty="0">
                <a:latin typeface="Poppins" panose="00000500000000000000" pitchFamily="2" charset="0"/>
                <a:cs typeface="Poppins" panose="00000500000000000000" pitchFamily="2" charset="0"/>
              </a:rPr>
              <a:t>"Write-Ahead Logging" prevents database corruption during sudden power outages.</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Socket.io Auto-Reconnect: </a:t>
            </a:r>
            <a:r>
              <a:rPr lang="en-US" sz="2100" dirty="0">
                <a:latin typeface="Poppins" panose="00000500000000000000" pitchFamily="2" charset="0"/>
                <a:cs typeface="Poppins" panose="00000500000000000000" pitchFamily="2" charset="0"/>
              </a:rPr>
              <a:t>Client screens seamlessly re-sync without requiring manual page refreshes if the network drops.</a:t>
            </a:r>
          </a:p>
        </p:txBody>
      </p:sp>
      <p:sp>
        <p:nvSpPr>
          <p:cNvPr id="22" name="TextBox 21">
            <a:extLst>
              <a:ext uri="{FF2B5EF4-FFF2-40B4-BE49-F238E27FC236}">
                <a16:creationId xmlns:a16="http://schemas.microsoft.com/office/drawing/2014/main" id="{B28B0E4C-709F-D023-8E17-3920A093507B}"/>
              </a:ext>
            </a:extLst>
          </p:cNvPr>
          <p:cNvSpPr txBox="1"/>
          <p:nvPr/>
        </p:nvSpPr>
        <p:spPr>
          <a:xfrm>
            <a:off x="3671332" y="-8325622"/>
            <a:ext cx="8257520" cy="1708160"/>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Network Infrastructure (Star Topology): </a:t>
            </a:r>
            <a:r>
              <a:rPr lang="en-US" sz="2100" dirty="0">
                <a:latin typeface="Poppins" panose="00000500000000000000" pitchFamily="2" charset="0"/>
                <a:cs typeface="Poppins" panose="00000500000000000000" pitchFamily="2" charset="0"/>
              </a:rPr>
              <a:t>A central wireless router connects all local devices (Server, Staff Laptops, TV Display). This ensures that if one staff laptop disconnects, the rest of the system remains fully operational.</a:t>
            </a:r>
          </a:p>
        </p:txBody>
      </p:sp>
      <p:sp>
        <p:nvSpPr>
          <p:cNvPr id="25" name="TextBox 24">
            <a:extLst>
              <a:ext uri="{FF2B5EF4-FFF2-40B4-BE49-F238E27FC236}">
                <a16:creationId xmlns:a16="http://schemas.microsoft.com/office/drawing/2014/main" id="{F28943AF-2E0D-520A-132E-FF4D8C8FC4E9}"/>
              </a:ext>
            </a:extLst>
          </p:cNvPr>
          <p:cNvSpPr txBox="1"/>
          <p:nvPr/>
        </p:nvSpPr>
        <p:spPr>
          <a:xfrm>
            <a:off x="3671332" y="-1013235"/>
            <a:ext cx="8257520" cy="738664"/>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Software Stack: </a:t>
            </a:r>
            <a:r>
              <a:rPr lang="en-US" sz="2100" dirty="0">
                <a:latin typeface="Poppins" panose="00000500000000000000" pitchFamily="2" charset="0"/>
                <a:cs typeface="Poppins" panose="00000500000000000000" pitchFamily="2" charset="0"/>
              </a:rPr>
              <a:t>React.js (Frontend), Node.js &amp; Express.js (Backend), Prisma ORM (Database).</a:t>
            </a:r>
          </a:p>
        </p:txBody>
      </p:sp>
    </p:spTree>
    <p:extLst>
      <p:ext uri="{BB962C8B-B14F-4D97-AF65-F5344CB8AC3E}">
        <p14:creationId xmlns:p14="http://schemas.microsoft.com/office/powerpoint/2010/main" val="3109096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03FB-4310-BBD3-7F60-FC7AE386AB7C}"/>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CE0F7BB-EF70-6102-3B42-0667ED5B8ECF}"/>
              </a:ext>
            </a:extLst>
          </p:cNvPr>
          <p:cNvCxnSpPr>
            <a:cxnSpLocks/>
          </p:cNvCxnSpPr>
          <p:nvPr/>
        </p:nvCxnSpPr>
        <p:spPr>
          <a:xfrm>
            <a:off x="2153640" y="5566543"/>
            <a:ext cx="12296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D5FC1EC8-CEEF-E778-40B0-4F6EA1BB5491}"/>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9D3830E1-C6CA-07DC-D2E3-848640007A9F}"/>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17789FC5-DF53-9FED-3D87-6780B34E5521}"/>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0405A7D2-62D4-D622-A079-3CDD8381EA47}"/>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F33E230D-D4AA-9E3A-E055-EAA972EE4934}"/>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F63DC02F-569E-78E5-BA6B-D44A7F40C5D1}"/>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5" name="Rectangle: Rounded Corners 4">
            <a:extLst>
              <a:ext uri="{FF2B5EF4-FFF2-40B4-BE49-F238E27FC236}">
                <a16:creationId xmlns:a16="http://schemas.microsoft.com/office/drawing/2014/main" id="{2505826B-F98E-6748-97F5-76F47F9CF5BD}"/>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8" name="TextBox 7">
            <a:extLst>
              <a:ext uri="{FF2B5EF4-FFF2-40B4-BE49-F238E27FC236}">
                <a16:creationId xmlns:a16="http://schemas.microsoft.com/office/drawing/2014/main" id="{69C6BDA1-5B70-7A8B-432D-61B2F3CB1CF7}"/>
              </a:ext>
            </a:extLst>
          </p:cNvPr>
          <p:cNvSpPr txBox="1"/>
          <p:nvPr/>
        </p:nvSpPr>
        <p:spPr>
          <a:xfrm>
            <a:off x="3706048" y="401555"/>
            <a:ext cx="8485952" cy="954107"/>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FFFF00"/>
                </a:highlight>
                <a:latin typeface="Poppins" panose="00000500000000000000" pitchFamily="2" charset="0"/>
                <a:cs typeface="Poppins" panose="00000500000000000000" pitchFamily="2" charset="0"/>
              </a:rPr>
              <a:t>Infrastructure &amp; Tech Stack</a:t>
            </a:r>
            <a:endParaRPr lang="en-PH" sz="2800" dirty="0">
              <a:highlight>
                <a:srgbClr val="FFFF00"/>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A9E0D293-8425-9D7A-3802-D98190CD9716}"/>
              </a:ext>
            </a:extLst>
          </p:cNvPr>
          <p:cNvSpPr txBox="1"/>
          <p:nvPr/>
        </p:nvSpPr>
        <p:spPr>
          <a:xfrm>
            <a:off x="3671332" y="3038928"/>
            <a:ext cx="8257520" cy="2677656"/>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Proposed Fault Tolerance (100% Uptime):</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PM2 Process Manager: </a:t>
            </a:r>
            <a:r>
              <a:rPr lang="en-US" sz="2100" dirty="0">
                <a:latin typeface="Poppins" panose="00000500000000000000" pitchFamily="2" charset="0"/>
                <a:cs typeface="Poppins" panose="00000500000000000000" pitchFamily="2" charset="0"/>
              </a:rPr>
              <a:t>Automatically restarts the Node.js server within a second if a crash occurs.</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SQLite WAL Mode: </a:t>
            </a:r>
            <a:r>
              <a:rPr lang="en-US" sz="2100" dirty="0">
                <a:latin typeface="Poppins" panose="00000500000000000000" pitchFamily="2" charset="0"/>
                <a:cs typeface="Poppins" panose="00000500000000000000" pitchFamily="2" charset="0"/>
              </a:rPr>
              <a:t>"Write-Ahead Logging" prevents database corruption during sudden power outages.</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Socket.io Auto-Reconnect: </a:t>
            </a:r>
            <a:r>
              <a:rPr lang="en-US" sz="2100" dirty="0">
                <a:latin typeface="Poppins" panose="00000500000000000000" pitchFamily="2" charset="0"/>
                <a:cs typeface="Poppins" panose="00000500000000000000" pitchFamily="2" charset="0"/>
              </a:rPr>
              <a:t>Client screens seamlessly re-sync without requiring manual page refreshes if the network drops.</a:t>
            </a:r>
          </a:p>
        </p:txBody>
      </p:sp>
      <p:pic>
        <p:nvPicPr>
          <p:cNvPr id="17" name="Graphic 16" descr="Clipboard Checked with solid fill">
            <a:extLst>
              <a:ext uri="{FF2B5EF4-FFF2-40B4-BE49-F238E27FC236}">
                <a16:creationId xmlns:a16="http://schemas.microsoft.com/office/drawing/2014/main" id="{5E0D1FE9-F613-0396-BCE6-06944A7F40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9240" y="2124528"/>
            <a:ext cx="914400" cy="914400"/>
          </a:xfrm>
          <a:prstGeom prst="rect">
            <a:avLst/>
          </a:prstGeom>
        </p:spPr>
      </p:pic>
      <p:pic>
        <p:nvPicPr>
          <p:cNvPr id="26" name="Graphic 25" descr="Research with solid fill">
            <a:extLst>
              <a:ext uri="{FF2B5EF4-FFF2-40B4-BE49-F238E27FC236}">
                <a16:creationId xmlns:a16="http://schemas.microsoft.com/office/drawing/2014/main" id="{A8A8E0D1-A541-3886-9CED-D9C94B3B34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07" y="1300897"/>
            <a:ext cx="914400" cy="914400"/>
          </a:xfrm>
          <a:prstGeom prst="rect">
            <a:avLst/>
          </a:prstGeom>
        </p:spPr>
      </p:pic>
      <p:sp>
        <p:nvSpPr>
          <p:cNvPr id="7" name="Oval 6">
            <a:extLst>
              <a:ext uri="{FF2B5EF4-FFF2-40B4-BE49-F238E27FC236}">
                <a16:creationId xmlns:a16="http://schemas.microsoft.com/office/drawing/2014/main" id="{E42EA19E-B12D-F342-F976-630144D2C653}"/>
              </a:ext>
            </a:extLst>
          </p:cNvPr>
          <p:cNvSpPr/>
          <p:nvPr/>
        </p:nvSpPr>
        <p:spPr>
          <a:xfrm>
            <a:off x="263148" y="4707424"/>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Graphic 13" descr="Blueprint with solid fill">
            <a:extLst>
              <a:ext uri="{FF2B5EF4-FFF2-40B4-BE49-F238E27FC236}">
                <a16:creationId xmlns:a16="http://schemas.microsoft.com/office/drawing/2014/main" id="{0282659B-5246-D7C3-97F8-502BB29DA0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9240" y="3476517"/>
            <a:ext cx="914400" cy="914400"/>
          </a:xfrm>
          <a:prstGeom prst="rect">
            <a:avLst/>
          </a:prstGeom>
        </p:spPr>
      </p:pic>
      <p:pic>
        <p:nvPicPr>
          <p:cNvPr id="18" name="Graphic 17" descr="Tools with solid fill">
            <a:extLst>
              <a:ext uri="{FF2B5EF4-FFF2-40B4-BE49-F238E27FC236}">
                <a16:creationId xmlns:a16="http://schemas.microsoft.com/office/drawing/2014/main" id="{3E281D5C-B4F6-CA6D-0BCA-F52D36D3B5E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3085" y="5117360"/>
            <a:ext cx="914400" cy="914400"/>
          </a:xfrm>
          <a:prstGeom prst="rect">
            <a:avLst/>
          </a:prstGeom>
        </p:spPr>
      </p:pic>
      <p:sp>
        <p:nvSpPr>
          <p:cNvPr id="4" name="TextBox 3">
            <a:extLst>
              <a:ext uri="{FF2B5EF4-FFF2-40B4-BE49-F238E27FC236}">
                <a16:creationId xmlns:a16="http://schemas.microsoft.com/office/drawing/2014/main" id="{E9E85BB7-0096-409F-3191-5B629F913BA8}"/>
              </a:ext>
            </a:extLst>
          </p:cNvPr>
          <p:cNvSpPr txBox="1"/>
          <p:nvPr/>
        </p:nvSpPr>
        <p:spPr>
          <a:xfrm>
            <a:off x="3671332" y="1381399"/>
            <a:ext cx="8257520" cy="1708160"/>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Network Infrastructure (Star Topology): </a:t>
            </a:r>
            <a:r>
              <a:rPr lang="en-US" sz="2100" dirty="0">
                <a:latin typeface="Poppins" panose="00000500000000000000" pitchFamily="2" charset="0"/>
                <a:cs typeface="Poppins" panose="00000500000000000000" pitchFamily="2" charset="0"/>
              </a:rPr>
              <a:t>A central wireless router connects all local devices (Server, Staff Laptops, TV Display). This ensures that if one staff laptop disconnects, the rest of the system remains fully operational.</a:t>
            </a:r>
          </a:p>
        </p:txBody>
      </p:sp>
      <p:sp>
        <p:nvSpPr>
          <p:cNvPr id="6" name="TextBox 5">
            <a:extLst>
              <a:ext uri="{FF2B5EF4-FFF2-40B4-BE49-F238E27FC236}">
                <a16:creationId xmlns:a16="http://schemas.microsoft.com/office/drawing/2014/main" id="{981A4FAE-28B0-23AB-5B06-05078D57F1C4}"/>
              </a:ext>
            </a:extLst>
          </p:cNvPr>
          <p:cNvSpPr txBox="1"/>
          <p:nvPr/>
        </p:nvSpPr>
        <p:spPr>
          <a:xfrm>
            <a:off x="3671332" y="5670173"/>
            <a:ext cx="8257520" cy="738664"/>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Software Stack: </a:t>
            </a:r>
            <a:r>
              <a:rPr lang="en-US" sz="2100" dirty="0">
                <a:latin typeface="Poppins" panose="00000500000000000000" pitchFamily="2" charset="0"/>
                <a:cs typeface="Poppins" panose="00000500000000000000" pitchFamily="2" charset="0"/>
              </a:rPr>
              <a:t>React.js (Frontend), Node.js &amp; Express.js (Backend), Prisma ORM (Database).</a:t>
            </a:r>
          </a:p>
        </p:txBody>
      </p:sp>
      <p:sp>
        <p:nvSpPr>
          <p:cNvPr id="12" name="TextBox 11">
            <a:extLst>
              <a:ext uri="{FF2B5EF4-FFF2-40B4-BE49-F238E27FC236}">
                <a16:creationId xmlns:a16="http://schemas.microsoft.com/office/drawing/2014/main" id="{D5A008B4-04DA-B516-3F4B-11EBB57A3BFF}"/>
              </a:ext>
            </a:extLst>
          </p:cNvPr>
          <p:cNvSpPr txBox="1"/>
          <p:nvPr/>
        </p:nvSpPr>
        <p:spPr>
          <a:xfrm>
            <a:off x="3706048" y="7112503"/>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Research Design</a:t>
            </a:r>
            <a:endParaRPr lang="en-PH" sz="2800" dirty="0">
              <a:highlight>
                <a:srgbClr val="FFC000"/>
              </a:highlight>
              <a:latin typeface="Poppins" panose="00000500000000000000" pitchFamily="2" charset="0"/>
              <a:cs typeface="Poppins" panose="00000500000000000000" pitchFamily="2" charset="0"/>
            </a:endParaRPr>
          </a:p>
        </p:txBody>
      </p:sp>
      <p:sp>
        <p:nvSpPr>
          <p:cNvPr id="16" name="TextBox 15">
            <a:extLst>
              <a:ext uri="{FF2B5EF4-FFF2-40B4-BE49-F238E27FC236}">
                <a16:creationId xmlns:a16="http://schemas.microsoft.com/office/drawing/2014/main" id="{97977C04-6552-90C2-53F6-CEF0A1A47777}"/>
              </a:ext>
            </a:extLst>
          </p:cNvPr>
          <p:cNvSpPr txBox="1"/>
          <p:nvPr/>
        </p:nvSpPr>
        <p:spPr>
          <a:xfrm>
            <a:off x="3671332" y="8415393"/>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Developmental Research:</a:t>
            </a:r>
            <a:r>
              <a:rPr lang="en-US" sz="2400" dirty="0">
                <a:latin typeface="Poppins" panose="00000500000000000000" pitchFamily="2" charset="0"/>
                <a:cs typeface="Poppins" panose="00000500000000000000" pitchFamily="2" charset="0"/>
              </a:rPr>
              <a:t> Systematically designing, building, and refining the queuing software to directly solve the operational bottlenecks of the BPL-LIEO.</a:t>
            </a:r>
          </a:p>
        </p:txBody>
      </p:sp>
      <p:sp>
        <p:nvSpPr>
          <p:cNvPr id="21" name="TextBox 20">
            <a:extLst>
              <a:ext uri="{FF2B5EF4-FFF2-40B4-BE49-F238E27FC236}">
                <a16:creationId xmlns:a16="http://schemas.microsoft.com/office/drawing/2014/main" id="{78AC509A-68A5-A4E2-628C-0B2027F2D01D}"/>
              </a:ext>
            </a:extLst>
          </p:cNvPr>
          <p:cNvSpPr txBox="1"/>
          <p:nvPr/>
        </p:nvSpPr>
        <p:spPr>
          <a:xfrm>
            <a:off x="3671332" y="10976655"/>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Descriptive Research: </a:t>
            </a:r>
            <a:r>
              <a:rPr lang="en-US" sz="2400" dirty="0">
                <a:latin typeface="Poppins" panose="00000500000000000000" pitchFamily="2" charset="0"/>
                <a:cs typeface="Poppins" panose="00000500000000000000" pitchFamily="2" charset="0"/>
              </a:rPr>
              <a:t>Utilized to objectively evaluate the system's quality and gather quantitative feedback from both staff and citizens compared to their experience with the manual method.</a:t>
            </a:r>
          </a:p>
        </p:txBody>
      </p:sp>
      <p:sp>
        <p:nvSpPr>
          <p:cNvPr id="37" name="TextBox 36">
            <a:extLst>
              <a:ext uri="{FF2B5EF4-FFF2-40B4-BE49-F238E27FC236}">
                <a16:creationId xmlns:a16="http://schemas.microsoft.com/office/drawing/2014/main" id="{24A85C04-C3CA-390E-8D0F-2885E3DFAF8D}"/>
              </a:ext>
            </a:extLst>
          </p:cNvPr>
          <p:cNvSpPr txBox="1"/>
          <p:nvPr/>
        </p:nvSpPr>
        <p:spPr>
          <a:xfrm>
            <a:off x="13917408" y="401555"/>
            <a:ext cx="8485952" cy="954107"/>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00FF00"/>
                </a:highlight>
                <a:latin typeface="Poppins" panose="00000500000000000000" pitchFamily="2" charset="0"/>
                <a:cs typeface="Poppins" panose="00000500000000000000" pitchFamily="2" charset="0"/>
              </a:rPr>
              <a:t>SDLC</a:t>
            </a:r>
          </a:p>
          <a:p>
            <a:endParaRPr lang="en-PH" sz="2800" dirty="0">
              <a:highlight>
                <a:srgbClr val="FFC000"/>
              </a:highlight>
              <a:latin typeface="Poppins" panose="00000500000000000000" pitchFamily="2" charset="0"/>
              <a:cs typeface="Poppins" panose="00000500000000000000" pitchFamily="2" charset="0"/>
            </a:endParaRPr>
          </a:p>
        </p:txBody>
      </p:sp>
      <p:sp>
        <p:nvSpPr>
          <p:cNvPr id="39" name="TextBox 38">
            <a:extLst>
              <a:ext uri="{FF2B5EF4-FFF2-40B4-BE49-F238E27FC236}">
                <a16:creationId xmlns:a16="http://schemas.microsoft.com/office/drawing/2014/main" id="{85BB5138-7584-6AE1-DDE0-E6C7770E4FAF}"/>
              </a:ext>
            </a:extLst>
          </p:cNvPr>
          <p:cNvSpPr txBox="1"/>
          <p:nvPr/>
        </p:nvSpPr>
        <p:spPr>
          <a:xfrm>
            <a:off x="15157476" y="973267"/>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Approach: </a:t>
            </a:r>
            <a:r>
              <a:rPr lang="en-US" sz="2400" dirty="0">
                <a:latin typeface="Poppins" panose="00000500000000000000" pitchFamily="2" charset="0"/>
                <a:cs typeface="Poppins" panose="00000500000000000000" pitchFamily="2" charset="0"/>
              </a:rPr>
              <a:t>Agile Software Development Life Cycle (SDLC).</a:t>
            </a:r>
          </a:p>
        </p:txBody>
      </p:sp>
      <p:sp>
        <p:nvSpPr>
          <p:cNvPr id="41" name="TextBox 40">
            <a:extLst>
              <a:ext uri="{FF2B5EF4-FFF2-40B4-BE49-F238E27FC236}">
                <a16:creationId xmlns:a16="http://schemas.microsoft.com/office/drawing/2014/main" id="{E8857AAB-9ED3-0CD3-6EC0-450CE38076E5}"/>
              </a:ext>
            </a:extLst>
          </p:cNvPr>
          <p:cNvSpPr txBox="1"/>
          <p:nvPr/>
        </p:nvSpPr>
        <p:spPr>
          <a:xfrm>
            <a:off x="16397544" y="1804264"/>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Why Agile? </a:t>
            </a:r>
            <a:r>
              <a:rPr lang="en-US" sz="2400" dirty="0">
                <a:latin typeface="Poppins" panose="00000500000000000000" pitchFamily="2" charset="0"/>
                <a:cs typeface="Poppins" panose="00000500000000000000" pitchFamily="2" charset="0"/>
              </a:rPr>
              <a:t>It allows us to build the system incrementally in sprints, ensuring we can easily adapt the software based on direct feedback from BPL-LIEO personnel during development.</a:t>
            </a:r>
          </a:p>
        </p:txBody>
      </p:sp>
      <p:sp>
        <p:nvSpPr>
          <p:cNvPr id="43" name="TextBox 42">
            <a:extLst>
              <a:ext uri="{FF2B5EF4-FFF2-40B4-BE49-F238E27FC236}">
                <a16:creationId xmlns:a16="http://schemas.microsoft.com/office/drawing/2014/main" id="{D212D2C9-201E-D768-01C6-5475636E847A}"/>
              </a:ext>
            </a:extLst>
          </p:cNvPr>
          <p:cNvSpPr txBox="1"/>
          <p:nvPr/>
        </p:nvSpPr>
        <p:spPr>
          <a:xfrm>
            <a:off x="17637612" y="3373924"/>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Phases: </a:t>
            </a:r>
            <a:r>
              <a:rPr lang="en-US" sz="2400" dirty="0">
                <a:latin typeface="Poppins" panose="00000500000000000000" pitchFamily="2" charset="0"/>
                <a:cs typeface="Poppins" panose="00000500000000000000" pitchFamily="2" charset="0"/>
              </a:rPr>
              <a:t>Plan, Design, Develop, Test, Deploy and Review.</a:t>
            </a:r>
          </a:p>
        </p:txBody>
      </p:sp>
      <p:pic>
        <p:nvPicPr>
          <p:cNvPr id="45" name="Picture 44">
            <a:extLst>
              <a:ext uri="{FF2B5EF4-FFF2-40B4-BE49-F238E27FC236}">
                <a16:creationId xmlns:a16="http://schemas.microsoft.com/office/drawing/2014/main" id="{94330282-4FA8-87DD-F19C-5F8FA8DF853D}"/>
              </a:ext>
            </a:extLst>
          </p:cNvPr>
          <p:cNvPicPr>
            <a:picLocks noChangeAspect="1"/>
          </p:cNvPicPr>
          <p:nvPr/>
        </p:nvPicPr>
        <p:blipFill>
          <a:blip r:embed="rId7"/>
          <a:srcRect/>
          <a:stretch>
            <a:fillRect/>
          </a:stretch>
        </p:blipFill>
        <p:spPr>
          <a:xfrm>
            <a:off x="21154979" y="3735576"/>
            <a:ext cx="3770791" cy="3037843"/>
          </a:xfrm>
          <a:prstGeom prst="rect">
            <a:avLst/>
          </a:prstGeom>
        </p:spPr>
      </p:pic>
    </p:spTree>
    <p:extLst>
      <p:ext uri="{BB962C8B-B14F-4D97-AF65-F5344CB8AC3E}">
        <p14:creationId xmlns:p14="http://schemas.microsoft.com/office/powerpoint/2010/main" val="34894078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ECACA-CFC6-6487-520C-CD074BD0ED5D}"/>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D13B506-80C8-CD2E-E56F-C12E9101441B}"/>
              </a:ext>
            </a:extLst>
          </p:cNvPr>
          <p:cNvCxnSpPr>
            <a:cxnSpLocks/>
          </p:cNvCxnSpPr>
          <p:nvPr/>
        </p:nvCxnSpPr>
        <p:spPr>
          <a:xfrm>
            <a:off x="2153640" y="5566543"/>
            <a:ext cx="12296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037A9EE7-F860-9ED6-3262-51C5835D865F}"/>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9F92811A-8F36-29A3-EE9E-BFAA0327E459}"/>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0BF87F74-D8AE-3176-ECC2-2F5F01F79067}"/>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35628E4A-7C25-7287-C406-C2786EDF19C8}"/>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8F98B7F5-2818-2172-5596-2D8DFE1707CD}"/>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B28E18BD-5EFD-4BE2-37A8-FDBE2000DDCE}"/>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5" name="Rectangle: Rounded Corners 4">
            <a:extLst>
              <a:ext uri="{FF2B5EF4-FFF2-40B4-BE49-F238E27FC236}">
                <a16:creationId xmlns:a16="http://schemas.microsoft.com/office/drawing/2014/main" id="{74671B77-9D30-F794-A2EB-CED77987936D}"/>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8" name="TextBox 7">
            <a:extLst>
              <a:ext uri="{FF2B5EF4-FFF2-40B4-BE49-F238E27FC236}">
                <a16:creationId xmlns:a16="http://schemas.microsoft.com/office/drawing/2014/main" id="{8289F35F-7B67-E8FE-73D9-4EBB0D5F2AAB}"/>
              </a:ext>
            </a:extLst>
          </p:cNvPr>
          <p:cNvSpPr txBox="1"/>
          <p:nvPr/>
        </p:nvSpPr>
        <p:spPr>
          <a:xfrm>
            <a:off x="3706048" y="401555"/>
            <a:ext cx="8485952" cy="954107"/>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00FF00"/>
                </a:highlight>
                <a:latin typeface="Poppins" panose="00000500000000000000" pitchFamily="2" charset="0"/>
                <a:cs typeface="Poppins" panose="00000500000000000000" pitchFamily="2" charset="0"/>
              </a:rPr>
              <a:t>SDLC</a:t>
            </a:r>
          </a:p>
          <a:p>
            <a:endParaRPr lang="en-PH" sz="2800" dirty="0">
              <a:highlight>
                <a:srgbClr val="FFC000"/>
              </a:highlight>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9503F491-E8C7-DCE2-0D37-DB524A74908C}"/>
              </a:ext>
            </a:extLst>
          </p:cNvPr>
          <p:cNvSpPr txBox="1"/>
          <p:nvPr/>
        </p:nvSpPr>
        <p:spPr>
          <a:xfrm>
            <a:off x="3671332" y="973267"/>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Approach: </a:t>
            </a:r>
            <a:r>
              <a:rPr lang="en-US" sz="2400" dirty="0">
                <a:latin typeface="Poppins" panose="00000500000000000000" pitchFamily="2" charset="0"/>
                <a:cs typeface="Poppins" panose="00000500000000000000" pitchFamily="2" charset="0"/>
              </a:rPr>
              <a:t>Agile Software Development Life Cycle (SDLC).</a:t>
            </a:r>
          </a:p>
        </p:txBody>
      </p:sp>
      <p:pic>
        <p:nvPicPr>
          <p:cNvPr id="17" name="Graphic 16" descr="Clipboard Checked with solid fill">
            <a:extLst>
              <a:ext uri="{FF2B5EF4-FFF2-40B4-BE49-F238E27FC236}">
                <a16:creationId xmlns:a16="http://schemas.microsoft.com/office/drawing/2014/main" id="{247F7FC0-78FB-E5AB-3BB3-2C9BA5661A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9240" y="2124528"/>
            <a:ext cx="914400" cy="914400"/>
          </a:xfrm>
          <a:prstGeom prst="rect">
            <a:avLst/>
          </a:prstGeom>
        </p:spPr>
      </p:pic>
      <p:pic>
        <p:nvPicPr>
          <p:cNvPr id="26" name="Graphic 25" descr="Research with solid fill">
            <a:extLst>
              <a:ext uri="{FF2B5EF4-FFF2-40B4-BE49-F238E27FC236}">
                <a16:creationId xmlns:a16="http://schemas.microsoft.com/office/drawing/2014/main" id="{E7588392-D17C-55F4-44EB-7B4F3D0C35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507" y="1300897"/>
            <a:ext cx="914400" cy="914400"/>
          </a:xfrm>
          <a:prstGeom prst="rect">
            <a:avLst/>
          </a:prstGeom>
        </p:spPr>
      </p:pic>
      <p:sp>
        <p:nvSpPr>
          <p:cNvPr id="7" name="Oval 6">
            <a:extLst>
              <a:ext uri="{FF2B5EF4-FFF2-40B4-BE49-F238E27FC236}">
                <a16:creationId xmlns:a16="http://schemas.microsoft.com/office/drawing/2014/main" id="{3CA78F1E-EA4F-D603-D435-D0BF907DE821}"/>
              </a:ext>
            </a:extLst>
          </p:cNvPr>
          <p:cNvSpPr/>
          <p:nvPr/>
        </p:nvSpPr>
        <p:spPr>
          <a:xfrm>
            <a:off x="263148" y="4707424"/>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Graphic 13" descr="Blueprint with solid fill">
            <a:extLst>
              <a:ext uri="{FF2B5EF4-FFF2-40B4-BE49-F238E27FC236}">
                <a16:creationId xmlns:a16="http://schemas.microsoft.com/office/drawing/2014/main" id="{97CAA152-6547-51DF-78D1-D7549E7B6A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9240" y="3476517"/>
            <a:ext cx="914400" cy="914400"/>
          </a:xfrm>
          <a:prstGeom prst="rect">
            <a:avLst/>
          </a:prstGeom>
        </p:spPr>
      </p:pic>
      <p:pic>
        <p:nvPicPr>
          <p:cNvPr id="18" name="Graphic 17" descr="Tools with solid fill">
            <a:extLst>
              <a:ext uri="{FF2B5EF4-FFF2-40B4-BE49-F238E27FC236}">
                <a16:creationId xmlns:a16="http://schemas.microsoft.com/office/drawing/2014/main" id="{3E09D1EB-EB8D-BCCB-575A-F053605061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3085" y="5117360"/>
            <a:ext cx="914400" cy="914400"/>
          </a:xfrm>
          <a:prstGeom prst="rect">
            <a:avLst/>
          </a:prstGeom>
        </p:spPr>
      </p:pic>
      <p:sp>
        <p:nvSpPr>
          <p:cNvPr id="3" name="TextBox 2">
            <a:extLst>
              <a:ext uri="{FF2B5EF4-FFF2-40B4-BE49-F238E27FC236}">
                <a16:creationId xmlns:a16="http://schemas.microsoft.com/office/drawing/2014/main" id="{BB59F729-ADE5-41C7-441A-4AC0D61D584C}"/>
              </a:ext>
            </a:extLst>
          </p:cNvPr>
          <p:cNvSpPr txBox="1"/>
          <p:nvPr/>
        </p:nvSpPr>
        <p:spPr>
          <a:xfrm>
            <a:off x="3671332" y="1804264"/>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Why Agile? </a:t>
            </a:r>
            <a:r>
              <a:rPr lang="en-US" sz="2400" dirty="0">
                <a:latin typeface="Poppins" panose="00000500000000000000" pitchFamily="2" charset="0"/>
                <a:cs typeface="Poppins" panose="00000500000000000000" pitchFamily="2" charset="0"/>
              </a:rPr>
              <a:t>It allows us to build the system incrementally in sprints, ensuring we can easily adapt the software based on direct feedback from BPL-LIEO personnel during development.</a:t>
            </a:r>
          </a:p>
        </p:txBody>
      </p:sp>
      <p:sp>
        <p:nvSpPr>
          <p:cNvPr id="4" name="TextBox 3">
            <a:extLst>
              <a:ext uri="{FF2B5EF4-FFF2-40B4-BE49-F238E27FC236}">
                <a16:creationId xmlns:a16="http://schemas.microsoft.com/office/drawing/2014/main" id="{3648C564-4C6B-1107-7D95-6541CFD1C2FD}"/>
              </a:ext>
            </a:extLst>
          </p:cNvPr>
          <p:cNvSpPr txBox="1"/>
          <p:nvPr/>
        </p:nvSpPr>
        <p:spPr>
          <a:xfrm>
            <a:off x="3671332" y="3373924"/>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Phases: </a:t>
            </a:r>
            <a:r>
              <a:rPr lang="en-US" sz="2400" dirty="0">
                <a:latin typeface="Poppins" panose="00000500000000000000" pitchFamily="2" charset="0"/>
                <a:cs typeface="Poppins" panose="00000500000000000000" pitchFamily="2" charset="0"/>
              </a:rPr>
              <a:t>Plan, Design, Develop, Test, Deploy and Review.</a:t>
            </a:r>
          </a:p>
        </p:txBody>
      </p:sp>
      <p:pic>
        <p:nvPicPr>
          <p:cNvPr id="11" name="Picture 10">
            <a:extLst>
              <a:ext uri="{FF2B5EF4-FFF2-40B4-BE49-F238E27FC236}">
                <a16:creationId xmlns:a16="http://schemas.microsoft.com/office/drawing/2014/main" id="{DA3E2F73-2D5A-2EA9-B533-137BC1BB8BA9}"/>
              </a:ext>
            </a:extLst>
          </p:cNvPr>
          <p:cNvPicPr>
            <a:picLocks noChangeAspect="1"/>
          </p:cNvPicPr>
          <p:nvPr/>
        </p:nvPicPr>
        <p:blipFill>
          <a:blip r:embed="rId7"/>
          <a:srcRect/>
          <a:stretch>
            <a:fillRect/>
          </a:stretch>
        </p:blipFill>
        <p:spPr>
          <a:xfrm>
            <a:off x="6243819" y="3735576"/>
            <a:ext cx="3770791" cy="3037843"/>
          </a:xfrm>
          <a:prstGeom prst="rect">
            <a:avLst/>
          </a:prstGeom>
        </p:spPr>
      </p:pic>
      <p:sp>
        <p:nvSpPr>
          <p:cNvPr id="31" name="TextBox 30">
            <a:extLst>
              <a:ext uri="{FF2B5EF4-FFF2-40B4-BE49-F238E27FC236}">
                <a16:creationId xmlns:a16="http://schemas.microsoft.com/office/drawing/2014/main" id="{CE2A53A2-EB1D-05FA-E94C-47726E42B281}"/>
              </a:ext>
            </a:extLst>
          </p:cNvPr>
          <p:cNvSpPr txBox="1"/>
          <p:nvPr/>
        </p:nvSpPr>
        <p:spPr>
          <a:xfrm>
            <a:off x="13732228" y="401555"/>
            <a:ext cx="8485952" cy="954107"/>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FFFF00"/>
                </a:highlight>
                <a:latin typeface="Poppins" panose="00000500000000000000" pitchFamily="2" charset="0"/>
                <a:cs typeface="Poppins" panose="00000500000000000000" pitchFamily="2" charset="0"/>
              </a:rPr>
              <a:t>Infrastructure &amp; Tech Stack</a:t>
            </a:r>
            <a:endParaRPr lang="en-PH" sz="2800" dirty="0">
              <a:highlight>
                <a:srgbClr val="FFFF00"/>
              </a:highlight>
              <a:latin typeface="Poppins" panose="00000500000000000000" pitchFamily="2" charset="0"/>
              <a:cs typeface="Poppins" panose="00000500000000000000" pitchFamily="2" charset="0"/>
            </a:endParaRPr>
          </a:p>
        </p:txBody>
      </p:sp>
      <p:sp>
        <p:nvSpPr>
          <p:cNvPr id="34" name="TextBox 33">
            <a:extLst>
              <a:ext uri="{FF2B5EF4-FFF2-40B4-BE49-F238E27FC236}">
                <a16:creationId xmlns:a16="http://schemas.microsoft.com/office/drawing/2014/main" id="{E4EB7E6A-701E-F990-8463-2F0F41C3761F}"/>
              </a:ext>
            </a:extLst>
          </p:cNvPr>
          <p:cNvSpPr txBox="1"/>
          <p:nvPr/>
        </p:nvSpPr>
        <p:spPr>
          <a:xfrm>
            <a:off x="17431279" y="3038928"/>
            <a:ext cx="8257520" cy="2677656"/>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Proposed Fault Tolerance (100% Uptime):</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PM2 Process Manager: </a:t>
            </a:r>
            <a:r>
              <a:rPr lang="en-US" sz="2100" dirty="0">
                <a:latin typeface="Poppins" panose="00000500000000000000" pitchFamily="2" charset="0"/>
                <a:cs typeface="Poppins" panose="00000500000000000000" pitchFamily="2" charset="0"/>
              </a:rPr>
              <a:t>Automatically restarts the Node.js server within a second if a crash occurs.</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SQLite WAL Mode: </a:t>
            </a:r>
            <a:r>
              <a:rPr lang="en-US" sz="2100" dirty="0">
                <a:latin typeface="Poppins" panose="00000500000000000000" pitchFamily="2" charset="0"/>
                <a:cs typeface="Poppins" panose="00000500000000000000" pitchFamily="2" charset="0"/>
              </a:rPr>
              <a:t>"Write-Ahead Logging" prevents database corruption during sudden power outages.</a:t>
            </a:r>
          </a:p>
          <a:p>
            <a:pPr marL="717550" lvl="1" indent="-260350">
              <a:buFont typeface="Arial" panose="020B0604020202020204" pitchFamily="34" charset="0"/>
              <a:buChar char="•"/>
            </a:pPr>
            <a:r>
              <a:rPr lang="en-US" sz="2100" b="1" dirty="0">
                <a:latin typeface="Poppins" panose="00000500000000000000" pitchFamily="2" charset="0"/>
                <a:cs typeface="Poppins" panose="00000500000000000000" pitchFamily="2" charset="0"/>
              </a:rPr>
              <a:t>Socket.io Auto-Reconnect: </a:t>
            </a:r>
            <a:r>
              <a:rPr lang="en-US" sz="2100" dirty="0">
                <a:latin typeface="Poppins" panose="00000500000000000000" pitchFamily="2" charset="0"/>
                <a:cs typeface="Poppins" panose="00000500000000000000" pitchFamily="2" charset="0"/>
              </a:rPr>
              <a:t>Client screens seamlessly re-sync without requiring manual page refreshes if the network drops.</a:t>
            </a:r>
          </a:p>
        </p:txBody>
      </p:sp>
      <p:sp>
        <p:nvSpPr>
          <p:cNvPr id="36" name="TextBox 35">
            <a:extLst>
              <a:ext uri="{FF2B5EF4-FFF2-40B4-BE49-F238E27FC236}">
                <a16:creationId xmlns:a16="http://schemas.microsoft.com/office/drawing/2014/main" id="{560BA2D2-157F-9859-4E1C-B208C2ADAF45}"/>
              </a:ext>
            </a:extLst>
          </p:cNvPr>
          <p:cNvSpPr txBox="1"/>
          <p:nvPr/>
        </p:nvSpPr>
        <p:spPr>
          <a:xfrm>
            <a:off x="15663439" y="1381399"/>
            <a:ext cx="8257520" cy="1708160"/>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Network Infrastructure (Star Topology): </a:t>
            </a:r>
            <a:r>
              <a:rPr lang="en-US" sz="2100" dirty="0">
                <a:latin typeface="Poppins" panose="00000500000000000000" pitchFamily="2" charset="0"/>
                <a:cs typeface="Poppins" panose="00000500000000000000" pitchFamily="2" charset="0"/>
              </a:rPr>
              <a:t>A central wireless router connects all local devices (Server, Staff Laptops, TV Display). This ensures that if one staff laptop disconnects, the rest of the system remains fully operational.</a:t>
            </a:r>
          </a:p>
        </p:txBody>
      </p:sp>
      <p:sp>
        <p:nvSpPr>
          <p:cNvPr id="38" name="TextBox 37">
            <a:extLst>
              <a:ext uri="{FF2B5EF4-FFF2-40B4-BE49-F238E27FC236}">
                <a16:creationId xmlns:a16="http://schemas.microsoft.com/office/drawing/2014/main" id="{308BB862-1209-57CD-B98F-429C1746FD04}"/>
              </a:ext>
            </a:extLst>
          </p:cNvPr>
          <p:cNvSpPr txBox="1"/>
          <p:nvPr/>
        </p:nvSpPr>
        <p:spPr>
          <a:xfrm>
            <a:off x="20235439" y="5670173"/>
            <a:ext cx="8257520" cy="738664"/>
          </a:xfrm>
          <a:prstGeom prst="rect">
            <a:avLst/>
          </a:prstGeom>
          <a:noFill/>
        </p:spPr>
        <p:txBody>
          <a:bodyPr wrap="square" rtlCol="0">
            <a:spAutoFit/>
          </a:bodyPr>
          <a:lstStyle/>
          <a:p>
            <a:pPr marL="457200" indent="-457200">
              <a:buFont typeface="Wingdings" panose="05000000000000000000" pitchFamily="2" charset="2"/>
              <a:buChar char="Ø"/>
            </a:pPr>
            <a:r>
              <a:rPr lang="en-US" sz="2100" b="1" dirty="0">
                <a:latin typeface="Poppins" panose="00000500000000000000" pitchFamily="2" charset="0"/>
                <a:cs typeface="Poppins" panose="00000500000000000000" pitchFamily="2" charset="0"/>
              </a:rPr>
              <a:t>Software Stack: </a:t>
            </a:r>
            <a:r>
              <a:rPr lang="en-US" sz="2100" dirty="0">
                <a:latin typeface="Poppins" panose="00000500000000000000" pitchFamily="2" charset="0"/>
                <a:cs typeface="Poppins" panose="00000500000000000000" pitchFamily="2" charset="0"/>
              </a:rPr>
              <a:t>React.js (Frontend), Node.js &amp; Express.js (Backend), Prisma ORM (Database).</a:t>
            </a:r>
          </a:p>
        </p:txBody>
      </p:sp>
      <p:sp>
        <p:nvSpPr>
          <p:cNvPr id="40" name="TextBox 39">
            <a:extLst>
              <a:ext uri="{FF2B5EF4-FFF2-40B4-BE49-F238E27FC236}">
                <a16:creationId xmlns:a16="http://schemas.microsoft.com/office/drawing/2014/main" id="{65B46BCB-547E-68BA-718D-EE8829B2BBF3}"/>
              </a:ext>
            </a:extLst>
          </p:cNvPr>
          <p:cNvSpPr txBox="1"/>
          <p:nvPr/>
        </p:nvSpPr>
        <p:spPr>
          <a:xfrm>
            <a:off x="1373140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00FFFF"/>
                </a:highlight>
                <a:latin typeface="Poppins" panose="00000500000000000000" pitchFamily="2" charset="0"/>
                <a:cs typeface="Poppins" panose="00000500000000000000" pitchFamily="2" charset="0"/>
              </a:rPr>
              <a:t>System Design</a:t>
            </a:r>
          </a:p>
        </p:txBody>
      </p:sp>
      <p:sp>
        <p:nvSpPr>
          <p:cNvPr id="42" name="TextBox 41">
            <a:extLst>
              <a:ext uri="{FF2B5EF4-FFF2-40B4-BE49-F238E27FC236}">
                <a16:creationId xmlns:a16="http://schemas.microsoft.com/office/drawing/2014/main" id="{0278BA09-ACBC-389D-43BE-AFADB0A4B7C5}"/>
              </a:ext>
            </a:extLst>
          </p:cNvPr>
          <p:cNvSpPr txBox="1"/>
          <p:nvPr/>
        </p:nvSpPr>
        <p:spPr>
          <a:xfrm>
            <a:off x="15362740" y="973267"/>
            <a:ext cx="8257520" cy="3046988"/>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Visualizing the Solution:</a:t>
            </a:r>
          </a:p>
          <a:p>
            <a:pPr marL="914400" lvl="1" indent="-457200">
              <a:buFont typeface="+mj-lt"/>
              <a:buAutoNum type="arabicPeriod"/>
            </a:pPr>
            <a:r>
              <a:rPr lang="en-US" sz="2400" dirty="0">
                <a:latin typeface="Poppins" panose="00000500000000000000" pitchFamily="2" charset="0"/>
                <a:cs typeface="Poppins" panose="00000500000000000000" pitchFamily="2" charset="0"/>
              </a:rPr>
              <a:t>BPMN Diagram: Maps the step-by-step physical and digital interactions from the citizen's arrival to departure.</a:t>
            </a:r>
          </a:p>
          <a:p>
            <a:pPr marL="914400" lvl="1" indent="-457200">
              <a:buFont typeface="+mj-lt"/>
              <a:buAutoNum type="arabicPeriod"/>
            </a:pPr>
            <a:r>
              <a:rPr lang="en-US" sz="2400" dirty="0">
                <a:latin typeface="Poppins" panose="00000500000000000000" pitchFamily="2" charset="0"/>
                <a:cs typeface="Poppins" panose="00000500000000000000" pitchFamily="2" charset="0"/>
              </a:rPr>
              <a:t>Entity-Relationship Diagrams (ERD): Ensuring robust transaction data storage.</a:t>
            </a:r>
          </a:p>
          <a:p>
            <a:pPr marL="914400" lvl="1" indent="-457200">
              <a:buFont typeface="+mj-lt"/>
              <a:buAutoNum type="arabicPeriod"/>
            </a:pPr>
            <a:r>
              <a:rPr lang="en-US" sz="2400" dirty="0">
                <a:latin typeface="Poppins" panose="00000500000000000000" pitchFamily="2" charset="0"/>
                <a:cs typeface="Poppins" panose="00000500000000000000" pitchFamily="2" charset="0"/>
              </a:rPr>
              <a:t>Data Flow &amp; Use-Case Diagrams: Defining clear roles for Citizens vs. Staff</a:t>
            </a:r>
            <a:r>
              <a:rPr lang="en-US" sz="2400" b="1"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1821766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240DD-420F-CF67-C096-B0063A855CFC}"/>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0734543-B055-18BC-C106-640A3BC26CB5}"/>
              </a:ext>
            </a:extLst>
          </p:cNvPr>
          <p:cNvCxnSpPr>
            <a:cxnSpLocks/>
          </p:cNvCxnSpPr>
          <p:nvPr/>
        </p:nvCxnSpPr>
        <p:spPr>
          <a:xfrm>
            <a:off x="2153640" y="5566543"/>
            <a:ext cx="12296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6F04D23A-A6E0-956D-B0B1-AA79E4811162}"/>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79A31CEA-E5DE-F27F-6C0C-9544F2CD6DB4}"/>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9F0A943A-81F2-13DC-5A45-384AFC7E1F81}"/>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DBA3B068-C212-F95D-6A5C-EE75AC3BC59F}"/>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0452D769-6A3C-D59F-FE38-5B7562AA16D4}"/>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5AC05A82-7DF4-9432-4F81-91BBBCECB92E}"/>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sp>
        <p:nvSpPr>
          <p:cNvPr id="5" name="Rectangle: Rounded Corners 4">
            <a:extLst>
              <a:ext uri="{FF2B5EF4-FFF2-40B4-BE49-F238E27FC236}">
                <a16:creationId xmlns:a16="http://schemas.microsoft.com/office/drawing/2014/main" id="{D572AC41-360D-454F-DF7E-1DD1D2DFD44E}"/>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8" name="TextBox 7">
            <a:extLst>
              <a:ext uri="{FF2B5EF4-FFF2-40B4-BE49-F238E27FC236}">
                <a16:creationId xmlns:a16="http://schemas.microsoft.com/office/drawing/2014/main" id="{97BE0F7F-13AE-FD63-56F3-2EF25BF2BD9A}"/>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00FFFF"/>
                </a:highlight>
                <a:latin typeface="Poppins" panose="00000500000000000000" pitchFamily="2" charset="0"/>
                <a:cs typeface="Poppins" panose="00000500000000000000" pitchFamily="2" charset="0"/>
              </a:rPr>
              <a:t>System Design</a:t>
            </a:r>
          </a:p>
        </p:txBody>
      </p:sp>
      <p:sp>
        <p:nvSpPr>
          <p:cNvPr id="10" name="TextBox 9">
            <a:extLst>
              <a:ext uri="{FF2B5EF4-FFF2-40B4-BE49-F238E27FC236}">
                <a16:creationId xmlns:a16="http://schemas.microsoft.com/office/drawing/2014/main" id="{ED250FA3-A546-B9D0-3334-E578FB011C07}"/>
              </a:ext>
            </a:extLst>
          </p:cNvPr>
          <p:cNvSpPr txBox="1"/>
          <p:nvPr/>
        </p:nvSpPr>
        <p:spPr>
          <a:xfrm>
            <a:off x="3671332" y="973267"/>
            <a:ext cx="8257520" cy="3046988"/>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Visualizing the Solution:</a:t>
            </a:r>
          </a:p>
          <a:p>
            <a:pPr marL="914400" lvl="1" indent="-457200">
              <a:buFont typeface="+mj-lt"/>
              <a:buAutoNum type="arabicPeriod"/>
            </a:pPr>
            <a:r>
              <a:rPr lang="en-US" sz="2400" dirty="0">
                <a:latin typeface="Poppins" panose="00000500000000000000" pitchFamily="2" charset="0"/>
                <a:cs typeface="Poppins" panose="00000500000000000000" pitchFamily="2" charset="0"/>
              </a:rPr>
              <a:t>BPMN Diagram: Maps the step-by-step physical and digital interactions from the citizen's arrival to departure.</a:t>
            </a:r>
          </a:p>
          <a:p>
            <a:pPr marL="914400" lvl="1" indent="-457200">
              <a:buFont typeface="+mj-lt"/>
              <a:buAutoNum type="arabicPeriod"/>
            </a:pPr>
            <a:r>
              <a:rPr lang="en-US" sz="2400" dirty="0">
                <a:latin typeface="Poppins" panose="00000500000000000000" pitchFamily="2" charset="0"/>
                <a:cs typeface="Poppins" panose="00000500000000000000" pitchFamily="2" charset="0"/>
              </a:rPr>
              <a:t>Entity-Relationship Diagrams (ERD): Ensuring robust transaction data storage.</a:t>
            </a:r>
          </a:p>
          <a:p>
            <a:pPr marL="914400" lvl="1" indent="-457200">
              <a:buFont typeface="+mj-lt"/>
              <a:buAutoNum type="arabicPeriod"/>
            </a:pPr>
            <a:r>
              <a:rPr lang="en-US" sz="2400" dirty="0">
                <a:latin typeface="Poppins" panose="00000500000000000000" pitchFamily="2" charset="0"/>
                <a:cs typeface="Poppins" panose="00000500000000000000" pitchFamily="2" charset="0"/>
              </a:rPr>
              <a:t>Data Flow &amp; Use-Case Diagrams: Defining clear roles for Citizens vs. Staff</a:t>
            </a:r>
            <a:r>
              <a:rPr lang="en-US" sz="2400" b="1" dirty="0">
                <a:latin typeface="Poppins" panose="00000500000000000000" pitchFamily="2" charset="0"/>
                <a:cs typeface="Poppins" panose="00000500000000000000" pitchFamily="2" charset="0"/>
              </a:rPr>
              <a:t>.</a:t>
            </a:r>
          </a:p>
        </p:txBody>
      </p:sp>
      <p:sp>
        <p:nvSpPr>
          <p:cNvPr id="7" name="Oval 6">
            <a:extLst>
              <a:ext uri="{FF2B5EF4-FFF2-40B4-BE49-F238E27FC236}">
                <a16:creationId xmlns:a16="http://schemas.microsoft.com/office/drawing/2014/main" id="{188E1002-7337-3321-CC10-B39791013F8C}"/>
              </a:ext>
            </a:extLst>
          </p:cNvPr>
          <p:cNvSpPr/>
          <p:nvPr/>
        </p:nvSpPr>
        <p:spPr>
          <a:xfrm>
            <a:off x="263148" y="4707424"/>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8" name="Graphic 17" descr="Tools with solid fill">
            <a:extLst>
              <a:ext uri="{FF2B5EF4-FFF2-40B4-BE49-F238E27FC236}">
                <a16:creationId xmlns:a16="http://schemas.microsoft.com/office/drawing/2014/main" id="{AA5CD2C8-E381-8D58-513E-B2ECEFE22E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3085" y="5117360"/>
            <a:ext cx="914400" cy="914400"/>
          </a:xfrm>
          <a:prstGeom prst="rect">
            <a:avLst/>
          </a:prstGeom>
        </p:spPr>
      </p:pic>
      <p:pic>
        <p:nvPicPr>
          <p:cNvPr id="25" name="Graphic 24" descr="Clipboard Checked with solid fill">
            <a:extLst>
              <a:ext uri="{FF2B5EF4-FFF2-40B4-BE49-F238E27FC236}">
                <a16:creationId xmlns:a16="http://schemas.microsoft.com/office/drawing/2014/main" id="{ABE7245B-EB3A-D246-CCD0-B762B93BEE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9240" y="2124528"/>
            <a:ext cx="914400" cy="914400"/>
          </a:xfrm>
          <a:prstGeom prst="rect">
            <a:avLst/>
          </a:prstGeom>
        </p:spPr>
      </p:pic>
      <p:pic>
        <p:nvPicPr>
          <p:cNvPr id="29" name="Graphic 28" descr="Research with solid fill">
            <a:extLst>
              <a:ext uri="{FF2B5EF4-FFF2-40B4-BE49-F238E27FC236}">
                <a16:creationId xmlns:a16="http://schemas.microsoft.com/office/drawing/2014/main" id="{D36BA95B-F8B7-0A98-4989-5134D0D563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9507" y="1300897"/>
            <a:ext cx="914400" cy="914400"/>
          </a:xfrm>
          <a:prstGeom prst="rect">
            <a:avLst/>
          </a:prstGeom>
        </p:spPr>
      </p:pic>
      <p:pic>
        <p:nvPicPr>
          <p:cNvPr id="31" name="Graphic 30" descr="Blueprint with solid fill">
            <a:extLst>
              <a:ext uri="{FF2B5EF4-FFF2-40B4-BE49-F238E27FC236}">
                <a16:creationId xmlns:a16="http://schemas.microsoft.com/office/drawing/2014/main" id="{2403B668-9DC0-F569-A2C8-ED871F296B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39240" y="3476517"/>
            <a:ext cx="914400" cy="914400"/>
          </a:xfrm>
          <a:prstGeom prst="rect">
            <a:avLst/>
          </a:prstGeom>
        </p:spPr>
      </p:pic>
      <p:sp>
        <p:nvSpPr>
          <p:cNvPr id="35" name="TextBox 34">
            <a:extLst>
              <a:ext uri="{FF2B5EF4-FFF2-40B4-BE49-F238E27FC236}">
                <a16:creationId xmlns:a16="http://schemas.microsoft.com/office/drawing/2014/main" id="{D0202722-96AC-43C4-BD6D-7C566CEFFECD}"/>
              </a:ext>
            </a:extLst>
          </p:cNvPr>
          <p:cNvSpPr txBox="1"/>
          <p:nvPr/>
        </p:nvSpPr>
        <p:spPr>
          <a:xfrm>
            <a:off x="13917408" y="401555"/>
            <a:ext cx="8485952" cy="954107"/>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00FF00"/>
                </a:highlight>
                <a:latin typeface="Poppins" panose="00000500000000000000" pitchFamily="2" charset="0"/>
                <a:cs typeface="Poppins" panose="00000500000000000000" pitchFamily="2" charset="0"/>
              </a:rPr>
              <a:t>SDLC</a:t>
            </a:r>
          </a:p>
          <a:p>
            <a:endParaRPr lang="en-PH" sz="2800" dirty="0">
              <a:highlight>
                <a:srgbClr val="FFC000"/>
              </a:highlight>
              <a:latin typeface="Poppins" panose="00000500000000000000" pitchFamily="2" charset="0"/>
              <a:cs typeface="Poppins" panose="00000500000000000000" pitchFamily="2" charset="0"/>
            </a:endParaRPr>
          </a:p>
        </p:txBody>
      </p:sp>
      <p:sp>
        <p:nvSpPr>
          <p:cNvPr id="37" name="TextBox 36">
            <a:extLst>
              <a:ext uri="{FF2B5EF4-FFF2-40B4-BE49-F238E27FC236}">
                <a16:creationId xmlns:a16="http://schemas.microsoft.com/office/drawing/2014/main" id="{59464D45-E14E-A3CE-DBCA-EA2653B39E47}"/>
              </a:ext>
            </a:extLst>
          </p:cNvPr>
          <p:cNvSpPr txBox="1"/>
          <p:nvPr/>
        </p:nvSpPr>
        <p:spPr>
          <a:xfrm>
            <a:off x="15157476" y="973267"/>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Approach: </a:t>
            </a:r>
            <a:r>
              <a:rPr lang="en-US" sz="2400" dirty="0">
                <a:latin typeface="Poppins" panose="00000500000000000000" pitchFamily="2" charset="0"/>
                <a:cs typeface="Poppins" panose="00000500000000000000" pitchFamily="2" charset="0"/>
              </a:rPr>
              <a:t>Agile Software Development Life Cycle (SDLC).</a:t>
            </a:r>
          </a:p>
        </p:txBody>
      </p:sp>
      <p:sp>
        <p:nvSpPr>
          <p:cNvPr id="39" name="TextBox 38">
            <a:extLst>
              <a:ext uri="{FF2B5EF4-FFF2-40B4-BE49-F238E27FC236}">
                <a16:creationId xmlns:a16="http://schemas.microsoft.com/office/drawing/2014/main" id="{B7DE224F-543D-D352-F6E7-B9A846534F3A}"/>
              </a:ext>
            </a:extLst>
          </p:cNvPr>
          <p:cNvSpPr txBox="1"/>
          <p:nvPr/>
        </p:nvSpPr>
        <p:spPr>
          <a:xfrm>
            <a:off x="16397544" y="1804264"/>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Why Agile? </a:t>
            </a:r>
            <a:r>
              <a:rPr lang="en-US" sz="2400" dirty="0">
                <a:latin typeface="Poppins" panose="00000500000000000000" pitchFamily="2" charset="0"/>
                <a:cs typeface="Poppins" panose="00000500000000000000" pitchFamily="2" charset="0"/>
              </a:rPr>
              <a:t>It allows us to build the system incrementally in sprints, ensuring we can easily adapt the software based on direct feedback from BPL-LIEO personnel during development.</a:t>
            </a:r>
          </a:p>
        </p:txBody>
      </p:sp>
      <p:sp>
        <p:nvSpPr>
          <p:cNvPr id="41" name="TextBox 40">
            <a:extLst>
              <a:ext uri="{FF2B5EF4-FFF2-40B4-BE49-F238E27FC236}">
                <a16:creationId xmlns:a16="http://schemas.microsoft.com/office/drawing/2014/main" id="{AEAAE20D-29F3-6452-60A4-35EBF6EF6AD4}"/>
              </a:ext>
            </a:extLst>
          </p:cNvPr>
          <p:cNvSpPr txBox="1"/>
          <p:nvPr/>
        </p:nvSpPr>
        <p:spPr>
          <a:xfrm>
            <a:off x="17637612" y="3373924"/>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Phases: </a:t>
            </a:r>
            <a:r>
              <a:rPr lang="en-US" sz="2400" dirty="0">
                <a:latin typeface="Poppins" panose="00000500000000000000" pitchFamily="2" charset="0"/>
                <a:cs typeface="Poppins" panose="00000500000000000000" pitchFamily="2" charset="0"/>
              </a:rPr>
              <a:t>Plan, Design, Develop, Test, Deploy and Review.</a:t>
            </a:r>
          </a:p>
        </p:txBody>
      </p:sp>
      <p:pic>
        <p:nvPicPr>
          <p:cNvPr id="43" name="Picture 42">
            <a:extLst>
              <a:ext uri="{FF2B5EF4-FFF2-40B4-BE49-F238E27FC236}">
                <a16:creationId xmlns:a16="http://schemas.microsoft.com/office/drawing/2014/main" id="{29C77ACA-84E2-F3F8-34DB-9E0AFEAFB93D}"/>
              </a:ext>
            </a:extLst>
          </p:cNvPr>
          <p:cNvPicPr>
            <a:picLocks noChangeAspect="1"/>
          </p:cNvPicPr>
          <p:nvPr/>
        </p:nvPicPr>
        <p:blipFill>
          <a:blip r:embed="rId7"/>
          <a:srcRect/>
          <a:stretch>
            <a:fillRect/>
          </a:stretch>
        </p:blipFill>
        <p:spPr>
          <a:xfrm>
            <a:off x="21154979" y="3735576"/>
            <a:ext cx="3770791" cy="3037843"/>
          </a:xfrm>
          <a:prstGeom prst="rect">
            <a:avLst/>
          </a:prstGeom>
        </p:spPr>
      </p:pic>
      <p:sp>
        <p:nvSpPr>
          <p:cNvPr id="54" name="TextBox 53">
            <a:extLst>
              <a:ext uri="{FF2B5EF4-FFF2-40B4-BE49-F238E27FC236}">
                <a16:creationId xmlns:a16="http://schemas.microsoft.com/office/drawing/2014/main" id="{203592CD-34CA-BC23-F354-D7DD0028A53C}"/>
              </a:ext>
            </a:extLst>
          </p:cNvPr>
          <p:cNvSpPr txBox="1"/>
          <p:nvPr/>
        </p:nvSpPr>
        <p:spPr>
          <a:xfrm>
            <a:off x="1388692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FF00FF"/>
                </a:highlight>
                <a:latin typeface="Poppins" panose="00000500000000000000" pitchFamily="2" charset="0"/>
                <a:cs typeface="Poppins" panose="00000500000000000000" pitchFamily="2" charset="0"/>
              </a:rPr>
              <a:t>Testing Procedures</a:t>
            </a:r>
          </a:p>
        </p:txBody>
      </p:sp>
      <p:sp>
        <p:nvSpPr>
          <p:cNvPr id="56" name="TextBox 55">
            <a:extLst>
              <a:ext uri="{FF2B5EF4-FFF2-40B4-BE49-F238E27FC236}">
                <a16:creationId xmlns:a16="http://schemas.microsoft.com/office/drawing/2014/main" id="{4BBDA36F-728D-E4EA-9CFD-2E6A026812F1}"/>
              </a:ext>
            </a:extLst>
          </p:cNvPr>
          <p:cNvSpPr txBox="1"/>
          <p:nvPr/>
        </p:nvSpPr>
        <p:spPr>
          <a:xfrm>
            <a:off x="15157476" y="973267"/>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Continuous Testing: </a:t>
            </a:r>
            <a:r>
              <a:rPr lang="en-US" sz="2400" dirty="0">
                <a:latin typeface="Poppins" panose="00000500000000000000" pitchFamily="2" charset="0"/>
                <a:cs typeface="Poppins" panose="00000500000000000000" pitchFamily="2" charset="0"/>
              </a:rPr>
              <a:t>Ensuring code quality and real-time Socket.io stability.</a:t>
            </a:r>
          </a:p>
        </p:txBody>
      </p:sp>
      <p:sp>
        <p:nvSpPr>
          <p:cNvPr id="58" name="TextBox 57">
            <a:extLst>
              <a:ext uri="{FF2B5EF4-FFF2-40B4-BE49-F238E27FC236}">
                <a16:creationId xmlns:a16="http://schemas.microsoft.com/office/drawing/2014/main" id="{D168480D-D992-F80C-BD65-74FBA2B41AD6}"/>
              </a:ext>
            </a:extLst>
          </p:cNvPr>
          <p:cNvSpPr txBox="1"/>
          <p:nvPr/>
        </p:nvSpPr>
        <p:spPr>
          <a:xfrm>
            <a:off x="16302083" y="1852756"/>
            <a:ext cx="8257520" cy="1200329"/>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Alpha Testing: </a:t>
            </a:r>
            <a:r>
              <a:rPr lang="en-US" sz="2400" dirty="0">
                <a:latin typeface="Poppins" panose="00000500000000000000" pitchFamily="2" charset="0"/>
                <a:cs typeface="Poppins" panose="00000500000000000000" pitchFamily="2" charset="0"/>
              </a:rPr>
              <a:t>Conducted in a controlled lab environment by developers to iron out initial logic and UI bugs.</a:t>
            </a:r>
          </a:p>
        </p:txBody>
      </p:sp>
      <p:sp>
        <p:nvSpPr>
          <p:cNvPr id="60" name="TextBox 59">
            <a:extLst>
              <a:ext uri="{FF2B5EF4-FFF2-40B4-BE49-F238E27FC236}">
                <a16:creationId xmlns:a16="http://schemas.microsoft.com/office/drawing/2014/main" id="{D891DED6-8564-3FE4-6C19-34F12596A5AD}"/>
              </a:ext>
            </a:extLst>
          </p:cNvPr>
          <p:cNvSpPr txBox="1"/>
          <p:nvPr/>
        </p:nvSpPr>
        <p:spPr>
          <a:xfrm>
            <a:off x="17637612" y="3101577"/>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Beta Testing: </a:t>
            </a:r>
            <a:r>
              <a:rPr lang="en-US" sz="2400" dirty="0">
                <a:latin typeface="Poppins" panose="00000500000000000000" pitchFamily="2" charset="0"/>
                <a:cs typeface="Poppins" panose="00000500000000000000" pitchFamily="2" charset="0"/>
              </a:rPr>
              <a:t>The crucial phase, deployed on the actual BPL-LIEO LAN environment and tested by actual personnel to validate network performance and usability under real-world conditions.</a:t>
            </a:r>
          </a:p>
        </p:txBody>
      </p:sp>
    </p:spTree>
    <p:extLst>
      <p:ext uri="{BB962C8B-B14F-4D97-AF65-F5344CB8AC3E}">
        <p14:creationId xmlns:p14="http://schemas.microsoft.com/office/powerpoint/2010/main" val="12384404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4397-1861-0F51-1B17-CB5542ACADA6}"/>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E9E095D7-DD37-AA5F-2A72-0C709070E1C8}"/>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cxnSp>
        <p:nvCxnSpPr>
          <p:cNvPr id="9" name="Straight Connector 8">
            <a:extLst>
              <a:ext uri="{FF2B5EF4-FFF2-40B4-BE49-F238E27FC236}">
                <a16:creationId xmlns:a16="http://schemas.microsoft.com/office/drawing/2014/main" id="{576CDF62-5BD8-229F-683D-6FC1C0EC7B92}"/>
              </a:ext>
            </a:extLst>
          </p:cNvPr>
          <p:cNvCxnSpPr>
            <a:cxnSpLocks/>
          </p:cNvCxnSpPr>
          <p:nvPr/>
        </p:nvCxnSpPr>
        <p:spPr>
          <a:xfrm>
            <a:off x="2153640" y="5566543"/>
            <a:ext cx="1229640"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0D6FCE3C-330B-B109-1B39-EE789AFF100B}"/>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7E8619E7-BC00-B475-04E5-1AFC4EFE1143}"/>
                </a:ext>
              </a:extLst>
            </p:cNvPr>
            <p:cNvCxnSpPr>
              <a:cxnSpLocks/>
              <a:stCxn id="2" idx="0"/>
              <a:endCxn id="2" idx="4"/>
            </p:cNvCxnSpPr>
            <p:nvPr/>
          </p:nvCxnSpPr>
          <p:spPr>
            <a:xfrm>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BF78A330-F22F-1998-AF93-F9AF4ECA0965}"/>
                </a:ext>
              </a:extLst>
            </p:cNvPr>
            <p:cNvCxnSpPr>
              <a:cxnSpLocks/>
              <a:stCxn id="2" idx="2"/>
              <a:endCxn id="2" idx="6"/>
            </p:cNvCxnSpPr>
            <p:nvPr/>
          </p:nvCxnSpPr>
          <p:spPr>
            <a:xfrm>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5D5CEDF5-E538-76F1-3B31-F4D416EE6639}"/>
                </a:ext>
              </a:extLst>
            </p:cNvPr>
            <p:cNvCxnSpPr>
              <a:cxnSpLocks/>
              <a:stCxn id="2" idx="3"/>
              <a:endCxn id="2" idx="7"/>
            </p:cNvCxnSpPr>
            <p:nvPr/>
          </p:nvCxnSpPr>
          <p:spPr>
            <a:xfrm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A9086D9D-EA09-2146-3349-83857AF68265}"/>
                </a:ext>
              </a:extLst>
            </p:cNvPr>
            <p:cNvCxnSpPr>
              <a:cxnSpLocks/>
              <a:stCxn id="2" idx="1"/>
              <a:endCxn id="2" idx="5"/>
            </p:cNvCxnSpPr>
            <p:nvPr/>
          </p:nvCxnSpPr>
          <p:spPr>
            <a:xfrm>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 name="Circle: Hollow 1">
            <a:extLst>
              <a:ext uri="{FF2B5EF4-FFF2-40B4-BE49-F238E27FC236}">
                <a16:creationId xmlns:a16="http://schemas.microsoft.com/office/drawing/2014/main" id="{4CBF2B2F-2E3B-B1B8-151E-908A73B5032F}"/>
              </a:ext>
            </a:extLst>
          </p:cNvPr>
          <p:cNvSpPr/>
          <p:nvPr/>
        </p:nvSpPr>
        <p:spPr>
          <a:xfrm>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8" name="TextBox 7">
            <a:extLst>
              <a:ext uri="{FF2B5EF4-FFF2-40B4-BE49-F238E27FC236}">
                <a16:creationId xmlns:a16="http://schemas.microsoft.com/office/drawing/2014/main" id="{87B0A7EE-FBD9-5765-9860-0ED117462262}"/>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FF00FF"/>
                </a:highlight>
                <a:latin typeface="Poppins" panose="00000500000000000000" pitchFamily="2" charset="0"/>
                <a:cs typeface="Poppins" panose="00000500000000000000" pitchFamily="2" charset="0"/>
              </a:rPr>
              <a:t>Testing Procedures</a:t>
            </a:r>
          </a:p>
        </p:txBody>
      </p:sp>
      <p:sp>
        <p:nvSpPr>
          <p:cNvPr id="10" name="TextBox 9">
            <a:extLst>
              <a:ext uri="{FF2B5EF4-FFF2-40B4-BE49-F238E27FC236}">
                <a16:creationId xmlns:a16="http://schemas.microsoft.com/office/drawing/2014/main" id="{4F811396-5524-CE6E-E57D-6349C3D37437}"/>
              </a:ext>
            </a:extLst>
          </p:cNvPr>
          <p:cNvSpPr txBox="1"/>
          <p:nvPr/>
        </p:nvSpPr>
        <p:spPr>
          <a:xfrm>
            <a:off x="3671332" y="973267"/>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Continuous Testing: </a:t>
            </a:r>
            <a:r>
              <a:rPr lang="en-US" sz="2400" dirty="0">
                <a:latin typeface="Poppins" panose="00000500000000000000" pitchFamily="2" charset="0"/>
                <a:cs typeface="Poppins" panose="00000500000000000000" pitchFamily="2" charset="0"/>
              </a:rPr>
              <a:t>Ensuring code quality and real-time Socket.io stability.</a:t>
            </a:r>
          </a:p>
        </p:txBody>
      </p:sp>
      <p:sp>
        <p:nvSpPr>
          <p:cNvPr id="3" name="TextBox 2">
            <a:extLst>
              <a:ext uri="{FF2B5EF4-FFF2-40B4-BE49-F238E27FC236}">
                <a16:creationId xmlns:a16="http://schemas.microsoft.com/office/drawing/2014/main" id="{BE69F292-8EA4-1F0F-7594-2A00728755ED}"/>
              </a:ext>
            </a:extLst>
          </p:cNvPr>
          <p:cNvSpPr txBox="1"/>
          <p:nvPr/>
        </p:nvSpPr>
        <p:spPr>
          <a:xfrm>
            <a:off x="3671332" y="1852756"/>
            <a:ext cx="8257520" cy="1200329"/>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Alpha Testing: </a:t>
            </a:r>
            <a:r>
              <a:rPr lang="en-US" sz="2400" dirty="0">
                <a:latin typeface="Poppins" panose="00000500000000000000" pitchFamily="2" charset="0"/>
                <a:cs typeface="Poppins" panose="00000500000000000000" pitchFamily="2" charset="0"/>
              </a:rPr>
              <a:t>Conducted in a controlled lab environment by developers to iron out initial logic and UI bugs.</a:t>
            </a:r>
          </a:p>
        </p:txBody>
      </p:sp>
      <p:sp>
        <p:nvSpPr>
          <p:cNvPr id="4" name="TextBox 3">
            <a:extLst>
              <a:ext uri="{FF2B5EF4-FFF2-40B4-BE49-F238E27FC236}">
                <a16:creationId xmlns:a16="http://schemas.microsoft.com/office/drawing/2014/main" id="{435A73C5-0EB2-26E9-980A-1E036D8DF96A}"/>
              </a:ext>
            </a:extLst>
          </p:cNvPr>
          <p:cNvSpPr txBox="1"/>
          <p:nvPr/>
        </p:nvSpPr>
        <p:spPr>
          <a:xfrm>
            <a:off x="3671332" y="3101577"/>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Beta Testing: </a:t>
            </a:r>
            <a:r>
              <a:rPr lang="en-US" sz="2400" dirty="0">
                <a:latin typeface="Poppins" panose="00000500000000000000" pitchFamily="2" charset="0"/>
                <a:cs typeface="Poppins" panose="00000500000000000000" pitchFamily="2" charset="0"/>
              </a:rPr>
              <a:t>The crucial phase, deployed on the actual BPL-LIEO LAN environment and tested by actual personnel to validate network performance and usability under real-world conditions.</a:t>
            </a:r>
          </a:p>
        </p:txBody>
      </p:sp>
      <p:sp>
        <p:nvSpPr>
          <p:cNvPr id="7" name="Oval 6">
            <a:extLst>
              <a:ext uri="{FF2B5EF4-FFF2-40B4-BE49-F238E27FC236}">
                <a16:creationId xmlns:a16="http://schemas.microsoft.com/office/drawing/2014/main" id="{07E156D9-6BDC-D405-4AD5-2EEB5C39D485}"/>
              </a:ext>
            </a:extLst>
          </p:cNvPr>
          <p:cNvSpPr/>
          <p:nvPr/>
        </p:nvSpPr>
        <p:spPr>
          <a:xfrm>
            <a:off x="263148" y="4707424"/>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8" name="Graphic 17" descr="Tools with solid fill">
            <a:extLst>
              <a:ext uri="{FF2B5EF4-FFF2-40B4-BE49-F238E27FC236}">
                <a16:creationId xmlns:a16="http://schemas.microsoft.com/office/drawing/2014/main" id="{4201A5F9-8F81-225E-92F1-B26D846662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3085" y="5117360"/>
            <a:ext cx="914400" cy="914400"/>
          </a:xfrm>
          <a:prstGeom prst="rect">
            <a:avLst/>
          </a:prstGeom>
        </p:spPr>
      </p:pic>
      <p:pic>
        <p:nvPicPr>
          <p:cNvPr id="59" name="Graphic 58" descr="Clipboard Checked with solid fill">
            <a:extLst>
              <a:ext uri="{FF2B5EF4-FFF2-40B4-BE49-F238E27FC236}">
                <a16:creationId xmlns:a16="http://schemas.microsoft.com/office/drawing/2014/main" id="{B4E13ACE-06EA-4138-39D7-ACE0F51D60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9240" y="2124528"/>
            <a:ext cx="914400" cy="914400"/>
          </a:xfrm>
          <a:prstGeom prst="rect">
            <a:avLst/>
          </a:prstGeom>
        </p:spPr>
      </p:pic>
      <p:pic>
        <p:nvPicPr>
          <p:cNvPr id="61" name="Graphic 60" descr="Research with solid fill">
            <a:extLst>
              <a:ext uri="{FF2B5EF4-FFF2-40B4-BE49-F238E27FC236}">
                <a16:creationId xmlns:a16="http://schemas.microsoft.com/office/drawing/2014/main" id="{E561C2C7-C785-BA63-89F4-CCA25C42A6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9507" y="1300897"/>
            <a:ext cx="914400" cy="914400"/>
          </a:xfrm>
          <a:prstGeom prst="rect">
            <a:avLst/>
          </a:prstGeom>
        </p:spPr>
      </p:pic>
      <p:pic>
        <p:nvPicPr>
          <p:cNvPr id="63" name="Graphic 62" descr="Blueprint with solid fill">
            <a:extLst>
              <a:ext uri="{FF2B5EF4-FFF2-40B4-BE49-F238E27FC236}">
                <a16:creationId xmlns:a16="http://schemas.microsoft.com/office/drawing/2014/main" id="{80403BA1-B370-3C79-64E9-A8B83CEEC4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39240" y="3476517"/>
            <a:ext cx="914400" cy="914400"/>
          </a:xfrm>
          <a:prstGeom prst="rect">
            <a:avLst/>
          </a:prstGeom>
        </p:spPr>
      </p:pic>
      <p:pic>
        <p:nvPicPr>
          <p:cNvPr id="81" name="Graphic 80" descr="Bar chart with solid fill">
            <a:extLst>
              <a:ext uri="{FF2B5EF4-FFF2-40B4-BE49-F238E27FC236}">
                <a16:creationId xmlns:a16="http://schemas.microsoft.com/office/drawing/2014/main" id="{2496B806-9C1F-4FDD-F6BD-E656D5D0280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V="1">
            <a:off x="-2179221" y="3489583"/>
            <a:ext cx="914400" cy="914400"/>
          </a:xfrm>
          <a:prstGeom prst="rect">
            <a:avLst/>
          </a:prstGeom>
        </p:spPr>
      </p:pic>
      <p:pic>
        <p:nvPicPr>
          <p:cNvPr id="83" name="Graphic 82" descr="Statistics with solid fill">
            <a:extLst>
              <a:ext uri="{FF2B5EF4-FFF2-40B4-BE49-F238E27FC236}">
                <a16:creationId xmlns:a16="http://schemas.microsoft.com/office/drawing/2014/main" id="{9EE6DE86-BCE4-9542-A606-1399A45CAB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flipV="1">
            <a:off x="-2179221" y="2095644"/>
            <a:ext cx="914400" cy="914400"/>
          </a:xfrm>
          <a:prstGeom prst="rect">
            <a:avLst/>
          </a:prstGeom>
        </p:spPr>
      </p:pic>
      <p:sp>
        <p:nvSpPr>
          <p:cNvPr id="14" name="TextBox 13">
            <a:extLst>
              <a:ext uri="{FF2B5EF4-FFF2-40B4-BE49-F238E27FC236}">
                <a16:creationId xmlns:a16="http://schemas.microsoft.com/office/drawing/2014/main" id="{9B58BF9F-ADD0-5897-114E-57590B861376}"/>
              </a:ext>
            </a:extLst>
          </p:cNvPr>
          <p:cNvSpPr txBox="1"/>
          <p:nvPr/>
        </p:nvSpPr>
        <p:spPr>
          <a:xfrm>
            <a:off x="3706048" y="-6578373"/>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Data Gathered</a:t>
            </a:r>
          </a:p>
        </p:txBody>
      </p:sp>
      <p:sp>
        <p:nvSpPr>
          <p:cNvPr id="16" name="TextBox 15">
            <a:extLst>
              <a:ext uri="{FF2B5EF4-FFF2-40B4-BE49-F238E27FC236}">
                <a16:creationId xmlns:a16="http://schemas.microsoft.com/office/drawing/2014/main" id="{732AAE4C-8EF7-1362-8549-F9C6EAC995C9}"/>
              </a:ext>
            </a:extLst>
          </p:cNvPr>
          <p:cNvSpPr txBox="1"/>
          <p:nvPr/>
        </p:nvSpPr>
        <p:spPr>
          <a:xfrm>
            <a:off x="3671332" y="-5127172"/>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Assessment Tool: </a:t>
            </a:r>
            <a:r>
              <a:rPr lang="en-US" sz="2400" dirty="0">
                <a:latin typeface="Poppins" panose="00000500000000000000" pitchFamily="2" charset="0"/>
                <a:cs typeface="Poppins" panose="00000500000000000000" pitchFamily="2" charset="0"/>
              </a:rPr>
              <a:t>A customized survey questionnaire based on the ISO/IEC 25010 Software Quality Model (adapted from Malaya et al., 2022).</a:t>
            </a:r>
          </a:p>
        </p:txBody>
      </p:sp>
      <p:sp>
        <p:nvSpPr>
          <p:cNvPr id="19" name="TextBox 18">
            <a:extLst>
              <a:ext uri="{FF2B5EF4-FFF2-40B4-BE49-F238E27FC236}">
                <a16:creationId xmlns:a16="http://schemas.microsoft.com/office/drawing/2014/main" id="{44917088-9F92-583F-03FA-2E660A84D89C}"/>
              </a:ext>
            </a:extLst>
          </p:cNvPr>
          <p:cNvSpPr txBox="1"/>
          <p:nvPr/>
        </p:nvSpPr>
        <p:spPr>
          <a:xfrm>
            <a:off x="3671332" y="-2767979"/>
            <a:ext cx="8257520" cy="2677656"/>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Respondents (Total N = 60):</a:t>
            </a:r>
          </a:p>
          <a:p>
            <a:pPr marL="717550" lvl="1" indent="-260350">
              <a:buFont typeface="Arial" panose="020B0604020202020204" pitchFamily="34" charset="0"/>
              <a:buChar char="•"/>
            </a:pPr>
            <a:r>
              <a:rPr lang="en-US" sz="2400" b="1" dirty="0">
                <a:latin typeface="Poppins" panose="00000500000000000000" pitchFamily="2" charset="0"/>
                <a:cs typeface="Poppins" panose="00000500000000000000" pitchFamily="2" charset="0"/>
              </a:rPr>
              <a:t>BPL-LIEO Staff:</a:t>
            </a:r>
            <a:r>
              <a:rPr lang="en-US" sz="2400" dirty="0">
                <a:latin typeface="Poppins" panose="00000500000000000000" pitchFamily="2" charset="0"/>
                <a:cs typeface="Poppins" panose="00000500000000000000" pitchFamily="2" charset="0"/>
              </a:rPr>
              <a:t> 10 respondents (Total Enumeration) - evaluating operational efficiency and staff controls.</a:t>
            </a:r>
          </a:p>
          <a:p>
            <a:pPr marL="717550" lvl="1" indent="-260350">
              <a:buFont typeface="Arial" panose="020B0604020202020204" pitchFamily="34" charset="0"/>
              <a:buChar char="•"/>
            </a:pPr>
            <a:r>
              <a:rPr lang="en-US" sz="2400" b="1" dirty="0">
                <a:latin typeface="Poppins" panose="00000500000000000000" pitchFamily="2" charset="0"/>
                <a:cs typeface="Poppins" panose="00000500000000000000" pitchFamily="2" charset="0"/>
              </a:rPr>
              <a:t>Citizens / Clients: </a:t>
            </a:r>
            <a:r>
              <a:rPr lang="en-US" sz="2400" dirty="0">
                <a:latin typeface="Poppins" panose="00000500000000000000" pitchFamily="2" charset="0"/>
                <a:cs typeface="Poppins" panose="00000500000000000000" pitchFamily="2" charset="0"/>
              </a:rPr>
              <a:t>50 respondents (Convenience Sampling) - evaluating public monitor visibility and process transparency.</a:t>
            </a:r>
          </a:p>
        </p:txBody>
      </p:sp>
      <p:sp>
        <p:nvSpPr>
          <p:cNvPr id="27" name="TextBox 26">
            <a:extLst>
              <a:ext uri="{FF2B5EF4-FFF2-40B4-BE49-F238E27FC236}">
                <a16:creationId xmlns:a16="http://schemas.microsoft.com/office/drawing/2014/main" id="{59C13323-E9A3-CED9-BAC7-6A4BA2687AAD}"/>
              </a:ext>
            </a:extLst>
          </p:cNvPr>
          <p:cNvSpPr txBox="1"/>
          <p:nvPr/>
        </p:nvSpPr>
        <p:spPr>
          <a:xfrm>
            <a:off x="1373222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00FFFF"/>
                </a:highlight>
                <a:latin typeface="Poppins" panose="00000500000000000000" pitchFamily="2" charset="0"/>
                <a:cs typeface="Poppins" panose="00000500000000000000" pitchFamily="2" charset="0"/>
              </a:rPr>
              <a:t>System Design</a:t>
            </a:r>
          </a:p>
        </p:txBody>
      </p:sp>
      <p:sp>
        <p:nvSpPr>
          <p:cNvPr id="30" name="TextBox 29">
            <a:extLst>
              <a:ext uri="{FF2B5EF4-FFF2-40B4-BE49-F238E27FC236}">
                <a16:creationId xmlns:a16="http://schemas.microsoft.com/office/drawing/2014/main" id="{5D54BFE5-3474-0B83-65DA-283164500049}"/>
              </a:ext>
            </a:extLst>
          </p:cNvPr>
          <p:cNvSpPr txBox="1"/>
          <p:nvPr/>
        </p:nvSpPr>
        <p:spPr>
          <a:xfrm>
            <a:off x="15709192" y="973267"/>
            <a:ext cx="8257520" cy="3046988"/>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Visualizing the Solution:</a:t>
            </a:r>
          </a:p>
          <a:p>
            <a:pPr marL="914400" lvl="1" indent="-457200">
              <a:buFont typeface="+mj-lt"/>
              <a:buAutoNum type="arabicPeriod"/>
            </a:pPr>
            <a:r>
              <a:rPr lang="en-US" sz="2400" dirty="0">
                <a:latin typeface="Poppins" panose="00000500000000000000" pitchFamily="2" charset="0"/>
                <a:cs typeface="Poppins" panose="00000500000000000000" pitchFamily="2" charset="0"/>
              </a:rPr>
              <a:t>BPMN Diagram: Maps the step-by-step physical and digital interactions from the citizen's arrival to departure.</a:t>
            </a:r>
          </a:p>
          <a:p>
            <a:pPr marL="914400" lvl="1" indent="-457200">
              <a:buFont typeface="+mj-lt"/>
              <a:buAutoNum type="arabicPeriod"/>
            </a:pPr>
            <a:r>
              <a:rPr lang="en-US" sz="2400" dirty="0">
                <a:latin typeface="Poppins" panose="00000500000000000000" pitchFamily="2" charset="0"/>
                <a:cs typeface="Poppins" panose="00000500000000000000" pitchFamily="2" charset="0"/>
              </a:rPr>
              <a:t>Entity-Relationship Diagrams (ERD): Ensuring robust transaction data storage.</a:t>
            </a:r>
          </a:p>
          <a:p>
            <a:pPr marL="914400" lvl="1" indent="-457200">
              <a:buFont typeface="+mj-lt"/>
              <a:buAutoNum type="arabicPeriod"/>
            </a:pPr>
            <a:r>
              <a:rPr lang="en-US" sz="2400" dirty="0">
                <a:latin typeface="Poppins" panose="00000500000000000000" pitchFamily="2" charset="0"/>
                <a:cs typeface="Poppins" panose="00000500000000000000" pitchFamily="2" charset="0"/>
              </a:rPr>
              <a:t>Data Flow &amp; Use-Case Diagrams: Defining clear roles for Citizens vs. Staff</a:t>
            </a:r>
            <a:r>
              <a:rPr lang="en-US" sz="2400" b="1"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24023128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C2356-EDE5-1828-7838-0F870C37D6CE}"/>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91FF8A6B-01B7-94A5-8E37-82ABE715B1B6}"/>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cxnSp>
        <p:nvCxnSpPr>
          <p:cNvPr id="9" name="Straight Connector 8">
            <a:extLst>
              <a:ext uri="{FF2B5EF4-FFF2-40B4-BE49-F238E27FC236}">
                <a16:creationId xmlns:a16="http://schemas.microsoft.com/office/drawing/2014/main" id="{DA0B7D1B-285B-CF5A-EACA-C3305D6B7BF3}"/>
              </a:ext>
            </a:extLst>
          </p:cNvPr>
          <p:cNvCxnSpPr>
            <a:cxnSpLocks/>
          </p:cNvCxnSpPr>
          <p:nvPr/>
        </p:nvCxnSpPr>
        <p:spPr>
          <a:xfrm>
            <a:off x="2835797" y="2191267"/>
            <a:ext cx="547483"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24ED09AA-483E-85BC-06E7-5BE6D6BC9A38}"/>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40DA2EBE-878A-B71A-46F4-2A28ACD803B8}"/>
                </a:ext>
              </a:extLst>
            </p:cNvPr>
            <p:cNvCxnSpPr>
              <a:cxnSpLocks/>
              <a:stCxn id="2" idx="0"/>
              <a:endCxn id="2" idx="4"/>
            </p:cNvCxnSpPr>
            <p:nvPr/>
          </p:nvCxnSpPr>
          <p:spPr>
            <a:xfrm flipV="1">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A5EE47AB-6684-AADA-436D-E9BE7B23BC5A}"/>
                </a:ext>
              </a:extLst>
            </p:cNvPr>
            <p:cNvCxnSpPr>
              <a:cxnSpLocks/>
              <a:stCxn id="2" idx="2"/>
              <a:endCxn id="2" idx="6"/>
            </p:cNvCxnSpPr>
            <p:nvPr/>
          </p:nvCxnSpPr>
          <p:spPr>
            <a:xfrm flipH="1">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DC5190D2-B5D9-E1E5-D9FB-1F3EA40BDA2C}"/>
                </a:ext>
              </a:extLst>
            </p:cNvPr>
            <p:cNvCxnSpPr>
              <a:cxnSpLocks/>
              <a:stCxn id="2" idx="3"/>
              <a:endCxn id="2" idx="7"/>
            </p:cNvCxnSpPr>
            <p:nvPr/>
          </p:nvCxnSpPr>
          <p:spPr>
            <a:xfrm flipH="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A5B77CCA-9F07-EC50-D8AD-04A7129C9006}"/>
                </a:ext>
              </a:extLst>
            </p:cNvPr>
            <p:cNvCxnSpPr>
              <a:cxnSpLocks/>
              <a:stCxn id="2" idx="1"/>
              <a:endCxn id="2" idx="5"/>
            </p:cNvCxnSpPr>
            <p:nvPr/>
          </p:nvCxnSpPr>
          <p:spPr>
            <a:xfrm flipH="1"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8" name="TextBox 7">
            <a:extLst>
              <a:ext uri="{FF2B5EF4-FFF2-40B4-BE49-F238E27FC236}">
                <a16:creationId xmlns:a16="http://schemas.microsoft.com/office/drawing/2014/main" id="{7251C638-BDD5-17D0-F5E6-AC9BEAC01D23}"/>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Data Gathered</a:t>
            </a:r>
          </a:p>
        </p:txBody>
      </p:sp>
      <p:sp>
        <p:nvSpPr>
          <p:cNvPr id="10" name="TextBox 9">
            <a:extLst>
              <a:ext uri="{FF2B5EF4-FFF2-40B4-BE49-F238E27FC236}">
                <a16:creationId xmlns:a16="http://schemas.microsoft.com/office/drawing/2014/main" id="{0B129F57-DCB8-3C2D-17CD-366E32822464}"/>
              </a:ext>
            </a:extLst>
          </p:cNvPr>
          <p:cNvSpPr txBox="1"/>
          <p:nvPr/>
        </p:nvSpPr>
        <p:spPr>
          <a:xfrm>
            <a:off x="3671332" y="973266"/>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Assessment Tool: </a:t>
            </a:r>
            <a:r>
              <a:rPr lang="en-US" sz="2400" dirty="0">
                <a:latin typeface="Poppins" panose="00000500000000000000" pitchFamily="2" charset="0"/>
                <a:cs typeface="Poppins" panose="00000500000000000000" pitchFamily="2" charset="0"/>
              </a:rPr>
              <a:t>A customized survey questionnaire based on the ISO/IEC 25010 Software Quality Model (adapted from Malaya et al., 2022).</a:t>
            </a:r>
          </a:p>
        </p:txBody>
      </p:sp>
      <p:sp>
        <p:nvSpPr>
          <p:cNvPr id="4" name="TextBox 3">
            <a:extLst>
              <a:ext uri="{FF2B5EF4-FFF2-40B4-BE49-F238E27FC236}">
                <a16:creationId xmlns:a16="http://schemas.microsoft.com/office/drawing/2014/main" id="{2477280D-2EB8-5E6B-2E5B-D9BCFBA9563C}"/>
              </a:ext>
            </a:extLst>
          </p:cNvPr>
          <p:cNvSpPr txBox="1"/>
          <p:nvPr/>
        </p:nvSpPr>
        <p:spPr>
          <a:xfrm>
            <a:off x="3671332" y="2480244"/>
            <a:ext cx="8257520" cy="2677656"/>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Respondents (Total N = 60):</a:t>
            </a:r>
          </a:p>
          <a:p>
            <a:pPr marL="717550" lvl="1" indent="-260350">
              <a:buFont typeface="Arial" panose="020B0604020202020204" pitchFamily="34" charset="0"/>
              <a:buChar char="•"/>
            </a:pPr>
            <a:r>
              <a:rPr lang="en-US" sz="2400" b="1" dirty="0">
                <a:latin typeface="Poppins" panose="00000500000000000000" pitchFamily="2" charset="0"/>
                <a:cs typeface="Poppins" panose="00000500000000000000" pitchFamily="2" charset="0"/>
              </a:rPr>
              <a:t>BPL-LIEO Staff:</a:t>
            </a:r>
            <a:r>
              <a:rPr lang="en-US" sz="2400" dirty="0">
                <a:latin typeface="Poppins" panose="00000500000000000000" pitchFamily="2" charset="0"/>
                <a:cs typeface="Poppins" panose="00000500000000000000" pitchFamily="2" charset="0"/>
              </a:rPr>
              <a:t> 10 respondents (Total Enumeration) - evaluating operational efficiency and staff controls.</a:t>
            </a:r>
          </a:p>
          <a:p>
            <a:pPr marL="717550" lvl="1" indent="-260350">
              <a:buFont typeface="Arial" panose="020B0604020202020204" pitchFamily="34" charset="0"/>
              <a:buChar char="•"/>
            </a:pPr>
            <a:r>
              <a:rPr lang="en-US" sz="2400" b="1" dirty="0">
                <a:latin typeface="Poppins" panose="00000500000000000000" pitchFamily="2" charset="0"/>
                <a:cs typeface="Poppins" panose="00000500000000000000" pitchFamily="2" charset="0"/>
              </a:rPr>
              <a:t>Citizens / Clients: </a:t>
            </a:r>
            <a:r>
              <a:rPr lang="en-US" sz="2400" dirty="0">
                <a:latin typeface="Poppins" panose="00000500000000000000" pitchFamily="2" charset="0"/>
                <a:cs typeface="Poppins" panose="00000500000000000000" pitchFamily="2" charset="0"/>
              </a:rPr>
              <a:t>50 respondents (Convenience Sampling) - evaluating public monitor visibility and process transparency.</a:t>
            </a:r>
          </a:p>
        </p:txBody>
      </p:sp>
      <p:sp>
        <p:nvSpPr>
          <p:cNvPr id="2" name="Circle: Hollow 1">
            <a:extLst>
              <a:ext uri="{FF2B5EF4-FFF2-40B4-BE49-F238E27FC236}">
                <a16:creationId xmlns:a16="http://schemas.microsoft.com/office/drawing/2014/main" id="{91DB35CE-A683-4AF9-E19D-474BEFA0663B}"/>
              </a:ext>
            </a:extLst>
          </p:cNvPr>
          <p:cNvSpPr>
            <a:spLocks/>
          </p:cNvSpPr>
          <p:nvPr/>
        </p:nvSpPr>
        <p:spPr>
          <a:xfrm rot="10800000">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PH" dirty="0">
              <a:solidFill>
                <a:schemeClr val="tx1"/>
              </a:solidFill>
            </a:endParaRPr>
          </a:p>
        </p:txBody>
      </p:sp>
      <p:pic>
        <p:nvPicPr>
          <p:cNvPr id="17" name="Graphic 16" descr="Clipboard Checked with solid fill">
            <a:extLst>
              <a:ext uri="{FF2B5EF4-FFF2-40B4-BE49-F238E27FC236}">
                <a16:creationId xmlns:a16="http://schemas.microsoft.com/office/drawing/2014/main" id="{CD61938E-F91D-CB69-DA96-96D64C7688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2280152" y="3819072"/>
            <a:ext cx="914400" cy="914400"/>
          </a:xfrm>
          <a:prstGeom prst="rect">
            <a:avLst/>
          </a:prstGeom>
        </p:spPr>
      </p:pic>
      <p:pic>
        <p:nvPicPr>
          <p:cNvPr id="26" name="Graphic 25" descr="Research with solid fill">
            <a:extLst>
              <a:ext uri="{FF2B5EF4-FFF2-40B4-BE49-F238E27FC236}">
                <a16:creationId xmlns:a16="http://schemas.microsoft.com/office/drawing/2014/main" id="{739A9CC3-B400-A476-8E85-795ACCE833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1280419" y="4642703"/>
            <a:ext cx="914400" cy="914400"/>
          </a:xfrm>
          <a:prstGeom prst="rect">
            <a:avLst/>
          </a:prstGeom>
        </p:spPr>
      </p:pic>
      <p:pic>
        <p:nvPicPr>
          <p:cNvPr id="14" name="Graphic 13" descr="Blueprint with solid fill">
            <a:extLst>
              <a:ext uri="{FF2B5EF4-FFF2-40B4-BE49-F238E27FC236}">
                <a16:creationId xmlns:a16="http://schemas.microsoft.com/office/drawing/2014/main" id="{6902230B-1FA6-6BF7-87B4-A385F3F7FB4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2280152" y="2467083"/>
            <a:ext cx="914400" cy="914400"/>
          </a:xfrm>
          <a:prstGeom prst="rect">
            <a:avLst/>
          </a:prstGeom>
        </p:spPr>
      </p:pic>
      <p:pic>
        <p:nvPicPr>
          <p:cNvPr id="12" name="Graphic 11" descr="Tools with solid fill">
            <a:extLst>
              <a:ext uri="{FF2B5EF4-FFF2-40B4-BE49-F238E27FC236}">
                <a16:creationId xmlns:a16="http://schemas.microsoft.com/office/drawing/2014/main" id="{B5A6C803-6436-9BD1-FC0C-7D71945ACE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0800000">
            <a:off x="-1280419" y="1300896"/>
            <a:ext cx="914400" cy="914400"/>
          </a:xfrm>
          <a:prstGeom prst="rect">
            <a:avLst/>
          </a:prstGeom>
        </p:spPr>
      </p:pic>
      <p:pic>
        <p:nvPicPr>
          <p:cNvPr id="21" name="Graphic 20" descr="Bar chart with solid fill">
            <a:extLst>
              <a:ext uri="{FF2B5EF4-FFF2-40B4-BE49-F238E27FC236}">
                <a16:creationId xmlns:a16="http://schemas.microsoft.com/office/drawing/2014/main" id="{062D8BE4-64E2-1C59-763F-721DE2FF3E1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flipV="1">
            <a:off x="1239239" y="3706895"/>
            <a:ext cx="914400" cy="914400"/>
          </a:xfrm>
          <a:prstGeom prst="rect">
            <a:avLst/>
          </a:prstGeom>
        </p:spPr>
      </p:pic>
      <p:sp>
        <p:nvSpPr>
          <p:cNvPr id="41" name="Oval 40">
            <a:extLst>
              <a:ext uri="{FF2B5EF4-FFF2-40B4-BE49-F238E27FC236}">
                <a16:creationId xmlns:a16="http://schemas.microsoft.com/office/drawing/2014/main" id="{F47518FB-DB3E-F47C-D947-C0AFBC6BB2BD}"/>
              </a:ext>
            </a:extLst>
          </p:cNvPr>
          <p:cNvSpPr/>
          <p:nvPr/>
        </p:nvSpPr>
        <p:spPr>
          <a:xfrm>
            <a:off x="936477" y="1367305"/>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6" name="Graphic 15" descr="Statistics with solid fill">
            <a:extLst>
              <a:ext uri="{FF2B5EF4-FFF2-40B4-BE49-F238E27FC236}">
                <a16:creationId xmlns:a16="http://schemas.microsoft.com/office/drawing/2014/main" id="{F8691B0C-2146-5555-D4EB-C17E55CA5CB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0800000" flipH="1" flipV="1">
            <a:off x="1346414" y="1777241"/>
            <a:ext cx="914400" cy="914400"/>
          </a:xfrm>
          <a:prstGeom prst="rect">
            <a:avLst/>
          </a:prstGeom>
        </p:spPr>
      </p:pic>
      <p:sp>
        <p:nvSpPr>
          <p:cNvPr id="5" name="TextBox 4">
            <a:extLst>
              <a:ext uri="{FF2B5EF4-FFF2-40B4-BE49-F238E27FC236}">
                <a16:creationId xmlns:a16="http://schemas.microsoft.com/office/drawing/2014/main" id="{920B8CB6-FF1F-E43E-30C2-5C3178617BE0}"/>
              </a:ext>
            </a:extLst>
          </p:cNvPr>
          <p:cNvSpPr txBox="1"/>
          <p:nvPr/>
        </p:nvSpPr>
        <p:spPr>
          <a:xfrm>
            <a:off x="3706048" y="7083520"/>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Materials and Procedure: </a:t>
            </a:r>
            <a:r>
              <a:rPr lang="en-US" sz="2800" b="1" dirty="0">
                <a:highlight>
                  <a:srgbClr val="FF00FF"/>
                </a:highlight>
                <a:latin typeface="Poppins" panose="00000500000000000000" pitchFamily="2" charset="0"/>
                <a:cs typeface="Poppins" panose="00000500000000000000" pitchFamily="2" charset="0"/>
              </a:rPr>
              <a:t>Testing Procedures</a:t>
            </a:r>
          </a:p>
        </p:txBody>
      </p:sp>
      <p:sp>
        <p:nvSpPr>
          <p:cNvPr id="7" name="TextBox 6">
            <a:extLst>
              <a:ext uri="{FF2B5EF4-FFF2-40B4-BE49-F238E27FC236}">
                <a16:creationId xmlns:a16="http://schemas.microsoft.com/office/drawing/2014/main" id="{7421F050-799F-D00D-5FBC-B3041A395DD4}"/>
              </a:ext>
            </a:extLst>
          </p:cNvPr>
          <p:cNvSpPr txBox="1"/>
          <p:nvPr/>
        </p:nvSpPr>
        <p:spPr>
          <a:xfrm>
            <a:off x="3671332" y="8243353"/>
            <a:ext cx="8257520" cy="830997"/>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Continuous Testing: </a:t>
            </a:r>
            <a:r>
              <a:rPr lang="en-US" sz="2400" dirty="0">
                <a:latin typeface="Poppins" panose="00000500000000000000" pitchFamily="2" charset="0"/>
                <a:cs typeface="Poppins" panose="00000500000000000000" pitchFamily="2" charset="0"/>
              </a:rPr>
              <a:t>Ensuring code quality and real-time Socket.io stability.</a:t>
            </a:r>
          </a:p>
        </p:txBody>
      </p:sp>
      <p:sp>
        <p:nvSpPr>
          <p:cNvPr id="13" name="TextBox 12">
            <a:extLst>
              <a:ext uri="{FF2B5EF4-FFF2-40B4-BE49-F238E27FC236}">
                <a16:creationId xmlns:a16="http://schemas.microsoft.com/office/drawing/2014/main" id="{82EB98D2-08A6-D670-664C-939D34E74CF7}"/>
              </a:ext>
            </a:extLst>
          </p:cNvPr>
          <p:cNvSpPr txBox="1"/>
          <p:nvPr/>
        </p:nvSpPr>
        <p:spPr>
          <a:xfrm>
            <a:off x="3671332" y="10197568"/>
            <a:ext cx="8257520" cy="1200329"/>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Alpha Testing: </a:t>
            </a:r>
            <a:r>
              <a:rPr lang="en-US" sz="2400" dirty="0">
                <a:latin typeface="Poppins" panose="00000500000000000000" pitchFamily="2" charset="0"/>
                <a:cs typeface="Poppins" panose="00000500000000000000" pitchFamily="2" charset="0"/>
              </a:rPr>
              <a:t>Conducted in a controlled lab environment by developers to iron out initial logic and UI bugs.</a:t>
            </a:r>
          </a:p>
        </p:txBody>
      </p:sp>
      <p:sp>
        <p:nvSpPr>
          <p:cNvPr id="18" name="TextBox 17">
            <a:extLst>
              <a:ext uri="{FF2B5EF4-FFF2-40B4-BE49-F238E27FC236}">
                <a16:creationId xmlns:a16="http://schemas.microsoft.com/office/drawing/2014/main" id="{04F4C617-3CBD-BF50-2A81-EF4CCBCB7C56}"/>
              </a:ext>
            </a:extLst>
          </p:cNvPr>
          <p:cNvSpPr txBox="1"/>
          <p:nvPr/>
        </p:nvSpPr>
        <p:spPr>
          <a:xfrm>
            <a:off x="3671332" y="12863244"/>
            <a:ext cx="8257520" cy="1938992"/>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Beta Testing: </a:t>
            </a:r>
            <a:r>
              <a:rPr lang="en-US" sz="2400" dirty="0">
                <a:latin typeface="Poppins" panose="00000500000000000000" pitchFamily="2" charset="0"/>
                <a:cs typeface="Poppins" panose="00000500000000000000" pitchFamily="2" charset="0"/>
              </a:rPr>
              <a:t>The crucial phase, deployed on the actual BPL-LIEO LAN environment and tested by actual personnel to validate network performance and usability under real-world conditions.</a:t>
            </a:r>
          </a:p>
        </p:txBody>
      </p:sp>
      <p:sp>
        <p:nvSpPr>
          <p:cNvPr id="22" name="TextBox 21">
            <a:extLst>
              <a:ext uri="{FF2B5EF4-FFF2-40B4-BE49-F238E27FC236}">
                <a16:creationId xmlns:a16="http://schemas.microsoft.com/office/drawing/2014/main" id="{272E46F2-FAA2-9678-C747-9C39C6E592F4}"/>
              </a:ext>
            </a:extLst>
          </p:cNvPr>
          <p:cNvSpPr txBox="1"/>
          <p:nvPr/>
        </p:nvSpPr>
        <p:spPr>
          <a:xfrm>
            <a:off x="3706048" y="-6911401"/>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Data Analysis</a:t>
            </a:r>
          </a:p>
        </p:txBody>
      </p:sp>
      <p:sp>
        <p:nvSpPr>
          <p:cNvPr id="25" name="TextBox 24">
            <a:extLst>
              <a:ext uri="{FF2B5EF4-FFF2-40B4-BE49-F238E27FC236}">
                <a16:creationId xmlns:a16="http://schemas.microsoft.com/office/drawing/2014/main" id="{F22F204E-3B8F-985B-B75E-EC7426B391D8}"/>
              </a:ext>
            </a:extLst>
          </p:cNvPr>
          <p:cNvSpPr txBox="1"/>
          <p:nvPr/>
        </p:nvSpPr>
        <p:spPr>
          <a:xfrm>
            <a:off x="3671332" y="-5519435"/>
            <a:ext cx="8257520" cy="461665"/>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Statistical Tool: </a:t>
            </a:r>
            <a:r>
              <a:rPr lang="en-US" sz="2400" dirty="0">
                <a:latin typeface="Poppins" panose="00000500000000000000" pitchFamily="2" charset="0"/>
                <a:cs typeface="Poppins" panose="00000500000000000000" pitchFamily="2" charset="0"/>
              </a:rPr>
              <a:t>Weighted Mean</a:t>
            </a:r>
          </a:p>
        </p:txBody>
      </p:sp>
      <p:sp>
        <p:nvSpPr>
          <p:cNvPr id="29" name="TextBox 28">
            <a:extLst>
              <a:ext uri="{FF2B5EF4-FFF2-40B4-BE49-F238E27FC236}">
                <a16:creationId xmlns:a16="http://schemas.microsoft.com/office/drawing/2014/main" id="{3E5B75E3-5FB5-A4C9-A2F2-93501FB5808E}"/>
              </a:ext>
            </a:extLst>
          </p:cNvPr>
          <p:cNvSpPr txBox="1"/>
          <p:nvPr/>
        </p:nvSpPr>
        <p:spPr>
          <a:xfrm>
            <a:off x="3671332" y="-4320573"/>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Evaluation Scale: </a:t>
            </a:r>
            <a:r>
              <a:rPr lang="en-US" sz="2400" dirty="0">
                <a:latin typeface="Poppins" panose="00000500000000000000" pitchFamily="2" charset="0"/>
                <a:cs typeface="Poppins" panose="00000500000000000000" pitchFamily="2" charset="0"/>
              </a:rPr>
              <a:t>5-point Likert Scale assessing seven ISO/IEC 25010 characteristics (Functionality, Usability, Efficiency, Reliability, Security, Maintainability, Portability).</a:t>
            </a:r>
          </a:p>
        </p:txBody>
      </p:sp>
      <p:sp>
        <p:nvSpPr>
          <p:cNvPr id="31" name="TextBox 30">
            <a:extLst>
              <a:ext uri="{FF2B5EF4-FFF2-40B4-BE49-F238E27FC236}">
                <a16:creationId xmlns:a16="http://schemas.microsoft.com/office/drawing/2014/main" id="{A91F5CC9-E0BD-82C6-4B4E-8C447A0338E5}"/>
              </a:ext>
            </a:extLst>
          </p:cNvPr>
          <p:cNvSpPr txBox="1"/>
          <p:nvPr/>
        </p:nvSpPr>
        <p:spPr>
          <a:xfrm>
            <a:off x="3671332" y="-1680244"/>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Goal: </a:t>
            </a:r>
            <a:r>
              <a:rPr lang="en-US" sz="2400" dirty="0">
                <a:latin typeface="Poppins" panose="00000500000000000000" pitchFamily="2" charset="0"/>
                <a:cs typeface="Poppins" panose="00000500000000000000" pitchFamily="2" charset="0"/>
              </a:rPr>
              <a:t>To determine the descriptive equivalent rating (from Poor to Excellent) and definitively prove the system's acceptability and superiority over the manual method.</a:t>
            </a:r>
          </a:p>
        </p:txBody>
      </p:sp>
    </p:spTree>
    <p:extLst>
      <p:ext uri="{BB962C8B-B14F-4D97-AF65-F5344CB8AC3E}">
        <p14:creationId xmlns:p14="http://schemas.microsoft.com/office/powerpoint/2010/main" val="33917914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B7DB-F518-0707-C1EE-9099638A3F3F}"/>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2A5AE78A-B925-9248-AE50-423190F6E7BF}"/>
              </a:ext>
            </a:extLst>
          </p:cNvPr>
          <p:cNvSpPr>
            <a:spLocks/>
          </p:cNvSpPr>
          <p:nvPr/>
        </p:nvSpPr>
        <p:spPr>
          <a:xfrm>
            <a:off x="3486152"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cxnSp>
        <p:nvCxnSpPr>
          <p:cNvPr id="9" name="Straight Connector 8">
            <a:extLst>
              <a:ext uri="{FF2B5EF4-FFF2-40B4-BE49-F238E27FC236}">
                <a16:creationId xmlns:a16="http://schemas.microsoft.com/office/drawing/2014/main" id="{C282FFA1-40A3-A83D-D328-CF5E74F92932}"/>
              </a:ext>
            </a:extLst>
          </p:cNvPr>
          <p:cNvCxnSpPr>
            <a:cxnSpLocks/>
          </p:cNvCxnSpPr>
          <p:nvPr/>
        </p:nvCxnSpPr>
        <p:spPr>
          <a:xfrm>
            <a:off x="2963119" y="4297859"/>
            <a:ext cx="420161"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88BAC6A8-051C-D6A6-0B47-0AC3036173C2}"/>
              </a:ext>
            </a:extLst>
          </p:cNvPr>
          <p:cNvGrpSpPr/>
          <p:nvPr/>
        </p:nvGrpSpPr>
        <p:grpSpPr>
          <a:xfrm>
            <a:off x="-2820924" y="671332"/>
            <a:ext cx="5515336" cy="5515336"/>
            <a:chOff x="-2757668" y="671332"/>
            <a:chExt cx="5515336" cy="5515336"/>
          </a:xfrm>
        </p:grpSpPr>
        <p:cxnSp>
          <p:nvCxnSpPr>
            <p:cNvPr id="20" name="Straight Connector 19">
              <a:extLst>
                <a:ext uri="{FF2B5EF4-FFF2-40B4-BE49-F238E27FC236}">
                  <a16:creationId xmlns:a16="http://schemas.microsoft.com/office/drawing/2014/main" id="{47E419F5-6643-DDB4-A2F5-01AB11EB58D5}"/>
                </a:ext>
              </a:extLst>
            </p:cNvPr>
            <p:cNvCxnSpPr>
              <a:cxnSpLocks/>
              <a:stCxn id="2" idx="0"/>
              <a:endCxn id="2" idx="4"/>
            </p:cNvCxnSpPr>
            <p:nvPr/>
          </p:nvCxnSpPr>
          <p:spPr>
            <a:xfrm flipV="1">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1C32F365-2438-29AE-7393-CF85135EC2B6}"/>
                </a:ext>
              </a:extLst>
            </p:cNvPr>
            <p:cNvCxnSpPr>
              <a:cxnSpLocks/>
              <a:stCxn id="2" idx="2"/>
              <a:endCxn id="2" idx="6"/>
            </p:cNvCxnSpPr>
            <p:nvPr/>
          </p:nvCxnSpPr>
          <p:spPr>
            <a:xfrm flipH="1">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0BD2F60C-B2B8-C972-D8CB-DAA1A8F7F1C3}"/>
                </a:ext>
              </a:extLst>
            </p:cNvPr>
            <p:cNvCxnSpPr>
              <a:cxnSpLocks/>
              <a:stCxn id="2" idx="3"/>
              <a:endCxn id="2" idx="7"/>
            </p:cNvCxnSpPr>
            <p:nvPr/>
          </p:nvCxnSpPr>
          <p:spPr>
            <a:xfrm flipH="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35E1E7B6-060E-264C-CB6C-B50F27E182A0}"/>
                </a:ext>
              </a:extLst>
            </p:cNvPr>
            <p:cNvCxnSpPr>
              <a:cxnSpLocks/>
              <a:stCxn id="2" idx="1"/>
              <a:endCxn id="2" idx="5"/>
            </p:cNvCxnSpPr>
            <p:nvPr/>
          </p:nvCxnSpPr>
          <p:spPr>
            <a:xfrm flipH="1"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8" name="TextBox 7">
            <a:extLst>
              <a:ext uri="{FF2B5EF4-FFF2-40B4-BE49-F238E27FC236}">
                <a16:creationId xmlns:a16="http://schemas.microsoft.com/office/drawing/2014/main" id="{070021A8-26EB-010A-2846-D7B7974839D5}"/>
              </a:ext>
            </a:extLst>
          </p:cNvPr>
          <p:cNvSpPr txBox="1"/>
          <p:nvPr/>
        </p:nvSpPr>
        <p:spPr>
          <a:xfrm>
            <a:off x="3706048"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Data Analysis</a:t>
            </a:r>
          </a:p>
        </p:txBody>
      </p:sp>
      <p:sp>
        <p:nvSpPr>
          <p:cNvPr id="10" name="TextBox 9">
            <a:extLst>
              <a:ext uri="{FF2B5EF4-FFF2-40B4-BE49-F238E27FC236}">
                <a16:creationId xmlns:a16="http://schemas.microsoft.com/office/drawing/2014/main" id="{AC3FF04F-CDED-535C-4509-ABA2771798BF}"/>
              </a:ext>
            </a:extLst>
          </p:cNvPr>
          <p:cNvSpPr txBox="1"/>
          <p:nvPr/>
        </p:nvSpPr>
        <p:spPr>
          <a:xfrm>
            <a:off x="3671332" y="993825"/>
            <a:ext cx="8257520" cy="461665"/>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Statistical Tool: </a:t>
            </a:r>
            <a:r>
              <a:rPr lang="en-US" sz="2400" dirty="0">
                <a:latin typeface="Poppins" panose="00000500000000000000" pitchFamily="2" charset="0"/>
                <a:cs typeface="Poppins" panose="00000500000000000000" pitchFamily="2" charset="0"/>
              </a:rPr>
              <a:t>Weighted Mean</a:t>
            </a:r>
          </a:p>
        </p:txBody>
      </p:sp>
      <p:sp>
        <p:nvSpPr>
          <p:cNvPr id="4" name="TextBox 3">
            <a:extLst>
              <a:ext uri="{FF2B5EF4-FFF2-40B4-BE49-F238E27FC236}">
                <a16:creationId xmlns:a16="http://schemas.microsoft.com/office/drawing/2014/main" id="{CEC9A81F-D685-011F-1F4B-E726A65F6F80}"/>
              </a:ext>
            </a:extLst>
          </p:cNvPr>
          <p:cNvSpPr txBox="1"/>
          <p:nvPr/>
        </p:nvSpPr>
        <p:spPr>
          <a:xfrm>
            <a:off x="3671332" y="1455490"/>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Evaluation Scale: </a:t>
            </a:r>
            <a:r>
              <a:rPr lang="en-US" sz="2400" dirty="0">
                <a:latin typeface="Poppins" panose="00000500000000000000" pitchFamily="2" charset="0"/>
                <a:cs typeface="Poppins" panose="00000500000000000000" pitchFamily="2" charset="0"/>
              </a:rPr>
              <a:t>5-point Likert Scale assessing seven ISO/IEC 25010 characteristics (Functionality, Usability, Efficiency, Reliability, Security, Maintainability, Portability).</a:t>
            </a:r>
          </a:p>
        </p:txBody>
      </p:sp>
      <p:sp>
        <p:nvSpPr>
          <p:cNvPr id="2" name="Circle: Hollow 1">
            <a:extLst>
              <a:ext uri="{FF2B5EF4-FFF2-40B4-BE49-F238E27FC236}">
                <a16:creationId xmlns:a16="http://schemas.microsoft.com/office/drawing/2014/main" id="{3A64FE0B-C92B-CED3-AE69-849269070874}"/>
              </a:ext>
            </a:extLst>
          </p:cNvPr>
          <p:cNvSpPr>
            <a:spLocks/>
          </p:cNvSpPr>
          <p:nvPr/>
        </p:nvSpPr>
        <p:spPr>
          <a:xfrm rot="10800000">
            <a:off x="-282092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PH" dirty="0">
              <a:solidFill>
                <a:schemeClr val="tx1"/>
              </a:solidFill>
            </a:endParaRPr>
          </a:p>
        </p:txBody>
      </p:sp>
      <p:sp>
        <p:nvSpPr>
          <p:cNvPr id="41" name="Oval 40">
            <a:extLst>
              <a:ext uri="{FF2B5EF4-FFF2-40B4-BE49-F238E27FC236}">
                <a16:creationId xmlns:a16="http://schemas.microsoft.com/office/drawing/2014/main" id="{C65D4659-CA25-8BDA-19EE-05F7411410D3}"/>
              </a:ext>
            </a:extLst>
          </p:cNvPr>
          <p:cNvSpPr/>
          <p:nvPr/>
        </p:nvSpPr>
        <p:spPr>
          <a:xfrm>
            <a:off x="1063010" y="3429000"/>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pic>
        <p:nvPicPr>
          <p:cNvPr id="16" name="Graphic 15" descr="Statistics with solid fill">
            <a:extLst>
              <a:ext uri="{FF2B5EF4-FFF2-40B4-BE49-F238E27FC236}">
                <a16:creationId xmlns:a16="http://schemas.microsoft.com/office/drawing/2014/main" id="{F9405C0C-F1EB-FA7E-DB03-2C23E0FB69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H="1" flipV="1">
            <a:off x="1251424" y="2110749"/>
            <a:ext cx="914400" cy="914400"/>
          </a:xfrm>
          <a:prstGeom prst="rect">
            <a:avLst/>
          </a:prstGeom>
        </p:spPr>
      </p:pic>
      <p:pic>
        <p:nvPicPr>
          <p:cNvPr id="21" name="Graphic 20" descr="Bar chart with solid fill">
            <a:extLst>
              <a:ext uri="{FF2B5EF4-FFF2-40B4-BE49-F238E27FC236}">
                <a16:creationId xmlns:a16="http://schemas.microsoft.com/office/drawing/2014/main" id="{8FEA390B-A20F-5EE8-10AF-70A722B9A0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V="1">
            <a:off x="1477120" y="3832851"/>
            <a:ext cx="914400" cy="914400"/>
          </a:xfrm>
          <a:prstGeom prst="rect">
            <a:avLst/>
          </a:prstGeom>
        </p:spPr>
      </p:pic>
      <p:sp>
        <p:nvSpPr>
          <p:cNvPr id="13" name="TextBox 12">
            <a:extLst>
              <a:ext uri="{FF2B5EF4-FFF2-40B4-BE49-F238E27FC236}">
                <a16:creationId xmlns:a16="http://schemas.microsoft.com/office/drawing/2014/main" id="{B9780794-E3F5-62BA-C64B-62CB4C53A8A7}"/>
              </a:ext>
            </a:extLst>
          </p:cNvPr>
          <p:cNvSpPr txBox="1"/>
          <p:nvPr/>
        </p:nvSpPr>
        <p:spPr>
          <a:xfrm>
            <a:off x="3671332" y="2963079"/>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Goal: </a:t>
            </a:r>
            <a:r>
              <a:rPr lang="en-US" sz="2400" dirty="0">
                <a:latin typeface="Poppins" panose="00000500000000000000" pitchFamily="2" charset="0"/>
                <a:cs typeface="Poppins" panose="00000500000000000000" pitchFamily="2" charset="0"/>
              </a:rPr>
              <a:t>To determine the descriptive equivalent rating (from Poor to Excellent) and definitively prove the system's acceptability and superiority over the manual method.</a:t>
            </a:r>
          </a:p>
        </p:txBody>
      </p:sp>
      <p:sp>
        <p:nvSpPr>
          <p:cNvPr id="5" name="TextBox 4">
            <a:extLst>
              <a:ext uri="{FF2B5EF4-FFF2-40B4-BE49-F238E27FC236}">
                <a16:creationId xmlns:a16="http://schemas.microsoft.com/office/drawing/2014/main" id="{31142FDE-B0A8-3E48-7234-35B8B4867335}"/>
              </a:ext>
            </a:extLst>
          </p:cNvPr>
          <p:cNvSpPr txBox="1"/>
          <p:nvPr/>
        </p:nvSpPr>
        <p:spPr>
          <a:xfrm>
            <a:off x="3706048" y="7365689"/>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Data Gathered</a:t>
            </a:r>
          </a:p>
        </p:txBody>
      </p:sp>
      <p:sp>
        <p:nvSpPr>
          <p:cNvPr id="7" name="TextBox 6">
            <a:extLst>
              <a:ext uri="{FF2B5EF4-FFF2-40B4-BE49-F238E27FC236}">
                <a16:creationId xmlns:a16="http://schemas.microsoft.com/office/drawing/2014/main" id="{073DB981-7E10-8473-DBA5-2E4539FC0ED8}"/>
              </a:ext>
            </a:extLst>
          </p:cNvPr>
          <p:cNvSpPr txBox="1"/>
          <p:nvPr/>
        </p:nvSpPr>
        <p:spPr>
          <a:xfrm>
            <a:off x="3671332" y="8816890"/>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Assessment Tool: </a:t>
            </a:r>
            <a:r>
              <a:rPr lang="en-US" sz="2400" dirty="0">
                <a:latin typeface="Poppins" panose="00000500000000000000" pitchFamily="2" charset="0"/>
                <a:cs typeface="Poppins" panose="00000500000000000000" pitchFamily="2" charset="0"/>
              </a:rPr>
              <a:t>A customized survey questionnaire based on the ISO/IEC 25010 Software Quality Model (adapted from Malaya et al., 2022).</a:t>
            </a:r>
          </a:p>
        </p:txBody>
      </p:sp>
      <p:sp>
        <p:nvSpPr>
          <p:cNvPr id="12" name="TextBox 11">
            <a:extLst>
              <a:ext uri="{FF2B5EF4-FFF2-40B4-BE49-F238E27FC236}">
                <a16:creationId xmlns:a16="http://schemas.microsoft.com/office/drawing/2014/main" id="{8F8D22E1-58C6-215A-E760-41CE23E6C77B}"/>
              </a:ext>
            </a:extLst>
          </p:cNvPr>
          <p:cNvSpPr txBox="1"/>
          <p:nvPr/>
        </p:nvSpPr>
        <p:spPr>
          <a:xfrm>
            <a:off x="3671332" y="11176083"/>
            <a:ext cx="8257520" cy="2677656"/>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Respondents (Total N = 60):</a:t>
            </a:r>
          </a:p>
          <a:p>
            <a:pPr marL="717550" lvl="1" indent="-260350">
              <a:buFont typeface="Arial" panose="020B0604020202020204" pitchFamily="34" charset="0"/>
              <a:buChar char="•"/>
            </a:pPr>
            <a:r>
              <a:rPr lang="en-US" sz="2400" b="1" dirty="0">
                <a:latin typeface="Poppins" panose="00000500000000000000" pitchFamily="2" charset="0"/>
                <a:cs typeface="Poppins" panose="00000500000000000000" pitchFamily="2" charset="0"/>
              </a:rPr>
              <a:t>BPL-LIEO Staff:</a:t>
            </a:r>
            <a:r>
              <a:rPr lang="en-US" sz="2400" dirty="0">
                <a:latin typeface="Poppins" panose="00000500000000000000" pitchFamily="2" charset="0"/>
                <a:cs typeface="Poppins" panose="00000500000000000000" pitchFamily="2" charset="0"/>
              </a:rPr>
              <a:t> 10 respondents (Total Enumeration) - evaluating operational efficiency and staff controls.</a:t>
            </a:r>
          </a:p>
          <a:p>
            <a:pPr marL="717550" lvl="1" indent="-260350">
              <a:buFont typeface="Arial" panose="020B0604020202020204" pitchFamily="34" charset="0"/>
              <a:buChar char="•"/>
            </a:pPr>
            <a:r>
              <a:rPr lang="en-US" sz="2400" b="1" dirty="0">
                <a:latin typeface="Poppins" panose="00000500000000000000" pitchFamily="2" charset="0"/>
                <a:cs typeface="Poppins" panose="00000500000000000000" pitchFamily="2" charset="0"/>
              </a:rPr>
              <a:t>Citizens / Clients: </a:t>
            </a:r>
            <a:r>
              <a:rPr lang="en-US" sz="2400" dirty="0">
                <a:latin typeface="Poppins" panose="00000500000000000000" pitchFamily="2" charset="0"/>
                <a:cs typeface="Poppins" panose="00000500000000000000" pitchFamily="2" charset="0"/>
              </a:rPr>
              <a:t>50 respondents (Convenience Sampling) - evaluating public monitor visibility and process transparency.</a:t>
            </a:r>
          </a:p>
        </p:txBody>
      </p:sp>
      <p:sp>
        <p:nvSpPr>
          <p:cNvPr id="27" name="TextBox 8">
            <a:extLst>
              <a:ext uri="{FF2B5EF4-FFF2-40B4-BE49-F238E27FC236}">
                <a16:creationId xmlns:a16="http://schemas.microsoft.com/office/drawing/2014/main" id="{9B3C0583-C961-E2E7-CAD3-C2F256D089B9}"/>
              </a:ext>
            </a:extLst>
          </p:cNvPr>
          <p:cNvSpPr txBox="1"/>
          <p:nvPr/>
        </p:nvSpPr>
        <p:spPr>
          <a:xfrm>
            <a:off x="1520142" y="-6903118"/>
            <a:ext cx="9151716" cy="2462213"/>
          </a:xfrm>
          <a:prstGeom prst="rect">
            <a:avLst/>
          </a:prstGeom>
        </p:spPr>
        <p:txBody>
          <a:bodyPr wrap="square" lIns="0" tIns="0" rIns="0" bIns="0" rtlCol="0" anchor="t">
            <a:spAutoFit/>
          </a:bodyPr>
          <a:lstStyle/>
          <a:p>
            <a:pPr algn="ctr"/>
            <a:r>
              <a:rPr lang="en-US" sz="3200" b="1" dirty="0">
                <a:latin typeface="Poppins" panose="00000500000000000000" pitchFamily="2" charset="0"/>
                <a:cs typeface="Poppins" panose="00000500000000000000" pitchFamily="2" charset="0"/>
              </a:rPr>
              <a:t>DESIGN AND IMPLEMENTATION</a:t>
            </a:r>
          </a:p>
          <a:p>
            <a:pPr algn="ctr"/>
            <a:r>
              <a:rPr lang="en-US" sz="3200" b="1" dirty="0">
                <a:latin typeface="Poppins" panose="00000500000000000000" pitchFamily="2" charset="0"/>
                <a:cs typeface="Poppins" panose="00000500000000000000" pitchFamily="2" charset="0"/>
              </a:rPr>
              <a:t>REAL-TIME LAN-BASED</a:t>
            </a:r>
          </a:p>
          <a:p>
            <a:pPr algn="ctr"/>
            <a:r>
              <a:rPr lang="en-US" sz="3200" b="1" dirty="0">
                <a:latin typeface="Poppins" panose="00000500000000000000" pitchFamily="2" charset="0"/>
                <a:cs typeface="Poppins" panose="00000500000000000000" pitchFamily="2" charset="0"/>
              </a:rPr>
              <a:t>QUEUING MANAGEMENT &amp;</a:t>
            </a:r>
          </a:p>
          <a:p>
            <a:pPr algn="ctr"/>
            <a:r>
              <a:rPr lang="en-US" sz="3200" b="1" dirty="0">
                <a:latin typeface="Poppins" panose="00000500000000000000" pitchFamily="2" charset="0"/>
                <a:cs typeface="Poppins" panose="00000500000000000000" pitchFamily="2" charset="0"/>
              </a:rPr>
              <a:t>STATISTICAL REPORTING</a:t>
            </a:r>
          </a:p>
          <a:p>
            <a:pPr algn="ctr"/>
            <a:r>
              <a:rPr lang="en-US" sz="3200" b="1" dirty="0">
                <a:latin typeface="Poppins" panose="00000500000000000000" pitchFamily="2" charset="0"/>
                <a:cs typeface="Poppins" panose="00000500000000000000" pitchFamily="2" charset="0"/>
              </a:rPr>
              <a:t>SYSTEM</a:t>
            </a:r>
          </a:p>
        </p:txBody>
      </p:sp>
      <p:sp>
        <p:nvSpPr>
          <p:cNvPr id="29" name="TextBox 8">
            <a:extLst>
              <a:ext uri="{FF2B5EF4-FFF2-40B4-BE49-F238E27FC236}">
                <a16:creationId xmlns:a16="http://schemas.microsoft.com/office/drawing/2014/main" id="{63EC5A0D-DA86-B22E-2AC4-AE85D78B5118}"/>
              </a:ext>
            </a:extLst>
          </p:cNvPr>
          <p:cNvSpPr txBox="1"/>
          <p:nvPr/>
        </p:nvSpPr>
        <p:spPr>
          <a:xfrm>
            <a:off x="1520142" y="-2624279"/>
            <a:ext cx="9151716" cy="307777"/>
          </a:xfrm>
          <a:prstGeom prst="rect">
            <a:avLst/>
          </a:prstGeom>
        </p:spPr>
        <p:txBody>
          <a:bodyPr wrap="square" lIns="0" tIns="0" rIns="0" bIns="0" rtlCol="0" anchor="t">
            <a:spAutoFit/>
          </a:bodyPr>
          <a:lstStyle/>
          <a:p>
            <a:pPr algn="ctr"/>
            <a:r>
              <a:rPr lang="en-US" sz="2000" b="1" dirty="0">
                <a:solidFill>
                  <a:srgbClr val="0070C0"/>
                </a:solidFill>
                <a:latin typeface="Poppins" panose="00000500000000000000" pitchFamily="2" charset="0"/>
                <a:cs typeface="Poppins" panose="00000500000000000000" pitchFamily="2" charset="0"/>
              </a:rPr>
              <a:t>FOR THE BPL-LIEO OF LGU ROSARIO, LA UNION</a:t>
            </a:r>
          </a:p>
        </p:txBody>
      </p:sp>
      <p:sp>
        <p:nvSpPr>
          <p:cNvPr id="30" name="TextBox 8">
            <a:extLst>
              <a:ext uri="{FF2B5EF4-FFF2-40B4-BE49-F238E27FC236}">
                <a16:creationId xmlns:a16="http://schemas.microsoft.com/office/drawing/2014/main" id="{9F418273-BD1F-27E6-20C3-ADBEF4D4E9F8}"/>
              </a:ext>
            </a:extLst>
          </p:cNvPr>
          <p:cNvSpPr txBox="1"/>
          <p:nvPr/>
        </p:nvSpPr>
        <p:spPr>
          <a:xfrm>
            <a:off x="1520142" y="-10094093"/>
            <a:ext cx="9151716" cy="1477328"/>
          </a:xfrm>
          <a:prstGeom prst="rect">
            <a:avLst/>
          </a:prstGeom>
        </p:spPr>
        <p:txBody>
          <a:bodyPr wrap="square" lIns="0" tIns="0" rIns="0" bIns="0" rtlCol="0" anchor="t">
            <a:spAutoFit/>
          </a:bodyPr>
          <a:lstStyle/>
          <a:p>
            <a:pPr algn="ctr"/>
            <a:r>
              <a:rPr lang="en-US" sz="9600" b="1" dirty="0">
                <a:latin typeface="Poppins" panose="00000500000000000000" pitchFamily="2" charset="0"/>
                <a:cs typeface="Poppins" panose="00000500000000000000" pitchFamily="2" charset="0"/>
              </a:rPr>
              <a:t>THANK YOU!</a:t>
            </a:r>
          </a:p>
        </p:txBody>
      </p:sp>
      <p:sp>
        <p:nvSpPr>
          <p:cNvPr id="31" name="TextBox 8">
            <a:extLst>
              <a:ext uri="{FF2B5EF4-FFF2-40B4-BE49-F238E27FC236}">
                <a16:creationId xmlns:a16="http://schemas.microsoft.com/office/drawing/2014/main" id="{288DD8DA-C0DC-719B-47AF-805A040153D4}"/>
              </a:ext>
            </a:extLst>
          </p:cNvPr>
          <p:cNvSpPr txBox="1"/>
          <p:nvPr/>
        </p:nvSpPr>
        <p:spPr>
          <a:xfrm>
            <a:off x="231649" y="-659841"/>
            <a:ext cx="11728702" cy="307777"/>
          </a:xfrm>
          <a:prstGeom prst="rect">
            <a:avLst/>
          </a:prstGeom>
        </p:spPr>
        <p:txBody>
          <a:bodyPr wrap="square" lIns="0" tIns="0" rIns="0" bIns="0" rtlCol="0" anchor="t">
            <a:spAutoFit/>
          </a:bodyPr>
          <a:lstStyle/>
          <a:p>
            <a:pPr algn="ctr"/>
            <a:r>
              <a:rPr lang="en-US" sz="2000" dirty="0">
                <a:solidFill>
                  <a:schemeClr val="tx1">
                    <a:lumMod val="50000"/>
                    <a:lumOff val="50000"/>
                  </a:schemeClr>
                </a:solidFill>
                <a:latin typeface="Poppins" panose="00000500000000000000" pitchFamily="2" charset="0"/>
                <a:cs typeface="Poppins" panose="00000500000000000000" pitchFamily="2" charset="0"/>
              </a:rPr>
              <a:t>Don Mariano Marcos Memorial State University - South La Union Campus</a:t>
            </a:r>
          </a:p>
        </p:txBody>
      </p:sp>
    </p:spTree>
    <p:extLst>
      <p:ext uri="{BB962C8B-B14F-4D97-AF65-F5344CB8AC3E}">
        <p14:creationId xmlns:p14="http://schemas.microsoft.com/office/powerpoint/2010/main" val="27004244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18710-2649-772D-0B9D-1E82D1433724}"/>
            </a:ext>
          </a:extLst>
        </p:cNvPr>
        <p:cNvGrpSpPr/>
        <p:nvPr/>
      </p:nvGrpSpPr>
      <p:grpSpPr>
        <a:xfrm>
          <a:off x="0" y="0"/>
          <a:ext cx="0" cy="0"/>
          <a:chOff x="0" y="0"/>
          <a:chExt cx="0" cy="0"/>
        </a:xfrm>
      </p:grpSpPr>
      <p:sp>
        <p:nvSpPr>
          <p:cNvPr id="19" name="TextBox 8">
            <a:extLst>
              <a:ext uri="{FF2B5EF4-FFF2-40B4-BE49-F238E27FC236}">
                <a16:creationId xmlns:a16="http://schemas.microsoft.com/office/drawing/2014/main" id="{538D2249-08BB-08D8-5568-1A84D2D8293D}"/>
              </a:ext>
            </a:extLst>
          </p:cNvPr>
          <p:cNvSpPr txBox="1"/>
          <p:nvPr/>
        </p:nvSpPr>
        <p:spPr>
          <a:xfrm>
            <a:off x="1520142" y="2976392"/>
            <a:ext cx="9151716" cy="2462213"/>
          </a:xfrm>
          <a:prstGeom prst="rect">
            <a:avLst/>
          </a:prstGeom>
        </p:spPr>
        <p:txBody>
          <a:bodyPr wrap="square" lIns="0" tIns="0" rIns="0" bIns="0" rtlCol="0" anchor="t">
            <a:spAutoFit/>
          </a:bodyPr>
          <a:lstStyle/>
          <a:p>
            <a:pPr algn="ctr"/>
            <a:r>
              <a:rPr lang="en-US" sz="3200" b="1" dirty="0">
                <a:latin typeface="Poppins" panose="00000500000000000000" pitchFamily="2" charset="0"/>
                <a:cs typeface="Poppins" panose="00000500000000000000" pitchFamily="2" charset="0"/>
              </a:rPr>
              <a:t>DESIGN AND IMPLEMENTATION</a:t>
            </a:r>
          </a:p>
          <a:p>
            <a:pPr algn="ctr"/>
            <a:r>
              <a:rPr lang="en-US" sz="3200" b="1" dirty="0">
                <a:latin typeface="Poppins" panose="00000500000000000000" pitchFamily="2" charset="0"/>
                <a:cs typeface="Poppins" panose="00000500000000000000" pitchFamily="2" charset="0"/>
              </a:rPr>
              <a:t>REAL-TIME LAN-BASED</a:t>
            </a:r>
          </a:p>
          <a:p>
            <a:pPr algn="ctr"/>
            <a:r>
              <a:rPr lang="en-US" sz="3200" b="1" dirty="0">
                <a:latin typeface="Poppins" panose="00000500000000000000" pitchFamily="2" charset="0"/>
                <a:cs typeface="Poppins" panose="00000500000000000000" pitchFamily="2" charset="0"/>
              </a:rPr>
              <a:t>QUEUING MANAGEMENT &amp;</a:t>
            </a:r>
          </a:p>
          <a:p>
            <a:pPr algn="ctr"/>
            <a:r>
              <a:rPr lang="en-US" sz="3200" b="1" dirty="0">
                <a:latin typeface="Poppins" panose="00000500000000000000" pitchFamily="2" charset="0"/>
                <a:cs typeface="Poppins" panose="00000500000000000000" pitchFamily="2" charset="0"/>
              </a:rPr>
              <a:t>STATISTICAL REPORTING</a:t>
            </a:r>
          </a:p>
          <a:p>
            <a:pPr algn="ctr"/>
            <a:r>
              <a:rPr lang="en-US" sz="3200" b="1" dirty="0">
                <a:latin typeface="Poppins" panose="00000500000000000000" pitchFamily="2" charset="0"/>
                <a:cs typeface="Poppins" panose="00000500000000000000" pitchFamily="2" charset="0"/>
              </a:rPr>
              <a:t>SYSTEM</a:t>
            </a:r>
          </a:p>
        </p:txBody>
      </p:sp>
      <p:sp>
        <p:nvSpPr>
          <p:cNvPr id="3" name="TextBox 8">
            <a:extLst>
              <a:ext uri="{FF2B5EF4-FFF2-40B4-BE49-F238E27FC236}">
                <a16:creationId xmlns:a16="http://schemas.microsoft.com/office/drawing/2014/main" id="{F227F2A9-F77A-1B97-C28E-B0EF5B0EAE2F}"/>
              </a:ext>
            </a:extLst>
          </p:cNvPr>
          <p:cNvSpPr txBox="1"/>
          <p:nvPr/>
        </p:nvSpPr>
        <p:spPr>
          <a:xfrm>
            <a:off x="1520142" y="5396204"/>
            <a:ext cx="9151716" cy="307777"/>
          </a:xfrm>
          <a:prstGeom prst="rect">
            <a:avLst/>
          </a:prstGeom>
        </p:spPr>
        <p:txBody>
          <a:bodyPr wrap="square" lIns="0" tIns="0" rIns="0" bIns="0" rtlCol="0" anchor="t">
            <a:spAutoFit/>
          </a:bodyPr>
          <a:lstStyle/>
          <a:p>
            <a:pPr algn="ctr"/>
            <a:r>
              <a:rPr lang="en-US" sz="2000" b="1" dirty="0">
                <a:solidFill>
                  <a:srgbClr val="0070C0"/>
                </a:solidFill>
                <a:latin typeface="Poppins" panose="00000500000000000000" pitchFamily="2" charset="0"/>
                <a:cs typeface="Poppins" panose="00000500000000000000" pitchFamily="2" charset="0"/>
              </a:rPr>
              <a:t>FOR THE BPL-LIEO OF LGU ROSARIO, LA UNION</a:t>
            </a:r>
          </a:p>
        </p:txBody>
      </p:sp>
      <p:sp>
        <p:nvSpPr>
          <p:cNvPr id="2" name="TextBox 8">
            <a:extLst>
              <a:ext uri="{FF2B5EF4-FFF2-40B4-BE49-F238E27FC236}">
                <a16:creationId xmlns:a16="http://schemas.microsoft.com/office/drawing/2014/main" id="{1EE35B31-B0FD-4A68-2572-95B3C89D1D4D}"/>
              </a:ext>
            </a:extLst>
          </p:cNvPr>
          <p:cNvSpPr txBox="1"/>
          <p:nvPr/>
        </p:nvSpPr>
        <p:spPr>
          <a:xfrm>
            <a:off x="1520142" y="1027822"/>
            <a:ext cx="9151716" cy="1477328"/>
          </a:xfrm>
          <a:prstGeom prst="rect">
            <a:avLst/>
          </a:prstGeom>
        </p:spPr>
        <p:txBody>
          <a:bodyPr wrap="square" lIns="0" tIns="0" rIns="0" bIns="0" rtlCol="0" anchor="t">
            <a:spAutoFit/>
          </a:bodyPr>
          <a:lstStyle/>
          <a:p>
            <a:pPr algn="ctr"/>
            <a:r>
              <a:rPr lang="en-US" sz="9600" b="1" dirty="0">
                <a:latin typeface="Poppins" panose="00000500000000000000" pitchFamily="2" charset="0"/>
                <a:cs typeface="Poppins" panose="00000500000000000000" pitchFamily="2" charset="0"/>
              </a:rPr>
              <a:t>THANK YOU!</a:t>
            </a:r>
          </a:p>
        </p:txBody>
      </p:sp>
      <p:sp>
        <p:nvSpPr>
          <p:cNvPr id="10" name="TextBox 8">
            <a:extLst>
              <a:ext uri="{FF2B5EF4-FFF2-40B4-BE49-F238E27FC236}">
                <a16:creationId xmlns:a16="http://schemas.microsoft.com/office/drawing/2014/main" id="{7AD20CD7-3929-CE88-A46B-3ACEEB765E24}"/>
              </a:ext>
            </a:extLst>
          </p:cNvPr>
          <p:cNvSpPr txBox="1"/>
          <p:nvPr/>
        </p:nvSpPr>
        <p:spPr>
          <a:xfrm>
            <a:off x="231649" y="5907500"/>
            <a:ext cx="11728702" cy="307777"/>
          </a:xfrm>
          <a:prstGeom prst="rect">
            <a:avLst/>
          </a:prstGeom>
        </p:spPr>
        <p:txBody>
          <a:bodyPr wrap="square" lIns="0" tIns="0" rIns="0" bIns="0" rtlCol="0" anchor="t">
            <a:spAutoFit/>
          </a:bodyPr>
          <a:lstStyle/>
          <a:p>
            <a:pPr algn="ctr"/>
            <a:r>
              <a:rPr lang="en-US" sz="2000" dirty="0">
                <a:solidFill>
                  <a:schemeClr val="tx1">
                    <a:lumMod val="50000"/>
                    <a:lumOff val="50000"/>
                  </a:schemeClr>
                </a:solidFill>
                <a:latin typeface="Poppins" panose="00000500000000000000" pitchFamily="2" charset="0"/>
                <a:cs typeface="Poppins" panose="00000500000000000000" pitchFamily="2" charset="0"/>
              </a:rPr>
              <a:t>Don Mariano Marcos Memorial State University - South La Union Campus</a:t>
            </a:r>
          </a:p>
        </p:txBody>
      </p:sp>
      <p:cxnSp>
        <p:nvCxnSpPr>
          <p:cNvPr id="14" name="Straight Connector 13">
            <a:extLst>
              <a:ext uri="{FF2B5EF4-FFF2-40B4-BE49-F238E27FC236}">
                <a16:creationId xmlns:a16="http://schemas.microsoft.com/office/drawing/2014/main" id="{46DFF1E1-1266-6DC8-15DF-41A8C253FD3A}"/>
              </a:ext>
            </a:extLst>
          </p:cNvPr>
          <p:cNvCxnSpPr>
            <a:cxnSpLocks/>
          </p:cNvCxnSpPr>
          <p:nvPr/>
        </p:nvCxnSpPr>
        <p:spPr>
          <a:xfrm>
            <a:off x="-785921" y="4297859"/>
            <a:ext cx="420161" cy="0"/>
          </a:xfrm>
          <a:prstGeom prst="line">
            <a:avLst/>
          </a:prstGeom>
          <a:ln w="127000" cap="rnd">
            <a:solidFill>
              <a:srgbClr val="FFC000"/>
            </a:solidFill>
          </a:ln>
        </p:spPr>
        <p:style>
          <a:lnRef idx="3">
            <a:schemeClr val="accent2"/>
          </a:lnRef>
          <a:fillRef idx="0">
            <a:schemeClr val="accent2"/>
          </a:fillRef>
          <a:effectRef idx="2">
            <a:schemeClr val="accent2"/>
          </a:effectRef>
          <a:fontRef idx="minor">
            <a:schemeClr val="tx1"/>
          </a:fontRef>
        </p:style>
      </p:cxnSp>
      <p:grpSp>
        <p:nvGrpSpPr>
          <p:cNvPr id="15" name="Group 14">
            <a:extLst>
              <a:ext uri="{FF2B5EF4-FFF2-40B4-BE49-F238E27FC236}">
                <a16:creationId xmlns:a16="http://schemas.microsoft.com/office/drawing/2014/main" id="{A8F4FFD7-E870-890B-03E3-8F5F42FD0428}"/>
              </a:ext>
            </a:extLst>
          </p:cNvPr>
          <p:cNvGrpSpPr/>
          <p:nvPr/>
        </p:nvGrpSpPr>
        <p:grpSpPr>
          <a:xfrm>
            <a:off x="-6569964" y="671332"/>
            <a:ext cx="5515336" cy="5515336"/>
            <a:chOff x="-2757668" y="671332"/>
            <a:chExt cx="5515336" cy="5515336"/>
          </a:xfrm>
        </p:grpSpPr>
        <p:cxnSp>
          <p:nvCxnSpPr>
            <p:cNvPr id="16" name="Straight Connector 15">
              <a:extLst>
                <a:ext uri="{FF2B5EF4-FFF2-40B4-BE49-F238E27FC236}">
                  <a16:creationId xmlns:a16="http://schemas.microsoft.com/office/drawing/2014/main" id="{5CEAC8A0-8907-BBAE-1CD3-3B527BB7B0E4}"/>
                </a:ext>
              </a:extLst>
            </p:cNvPr>
            <p:cNvCxnSpPr>
              <a:cxnSpLocks/>
              <a:stCxn id="21" idx="0"/>
              <a:endCxn id="21" idx="4"/>
            </p:cNvCxnSpPr>
            <p:nvPr/>
          </p:nvCxnSpPr>
          <p:spPr>
            <a:xfrm flipV="1">
              <a:off x="0" y="671332"/>
              <a:ext cx="0" cy="5515336"/>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DEDE1CCD-F014-AA1E-7735-99FF3FB58CB2}"/>
                </a:ext>
              </a:extLst>
            </p:cNvPr>
            <p:cNvCxnSpPr>
              <a:cxnSpLocks/>
              <a:stCxn id="21" idx="2"/>
              <a:endCxn id="21" idx="6"/>
            </p:cNvCxnSpPr>
            <p:nvPr/>
          </p:nvCxnSpPr>
          <p:spPr>
            <a:xfrm flipH="1">
              <a:off x="-2757668" y="3429000"/>
              <a:ext cx="5515336" cy="0"/>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2090CCCC-EED2-0FAE-6772-66CAEBDC31C4}"/>
                </a:ext>
              </a:extLst>
            </p:cNvPr>
            <p:cNvCxnSpPr>
              <a:cxnSpLocks/>
              <a:stCxn id="21" idx="3"/>
              <a:endCxn id="21" idx="7"/>
            </p:cNvCxnSpPr>
            <p:nvPr/>
          </p:nvCxnSpPr>
          <p:spPr>
            <a:xfrm flipH="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B5032D26-DF5A-47CE-D216-AB9CDD78E3F2}"/>
                </a:ext>
              </a:extLst>
            </p:cNvPr>
            <p:cNvCxnSpPr>
              <a:cxnSpLocks/>
              <a:stCxn id="21" idx="1"/>
              <a:endCxn id="21" idx="5"/>
            </p:cNvCxnSpPr>
            <p:nvPr/>
          </p:nvCxnSpPr>
          <p:spPr>
            <a:xfrm flipH="1" flipV="1">
              <a:off x="-1949966" y="1479034"/>
              <a:ext cx="3899932" cy="3899932"/>
            </a:xfrm>
            <a:prstGeom prst="line">
              <a:avLst/>
            </a:prstGeom>
            <a:ln>
              <a:noFill/>
            </a:ln>
          </p:spPr>
          <p:style>
            <a:lnRef idx="2">
              <a:schemeClr val="dk1"/>
            </a:lnRef>
            <a:fillRef idx="0">
              <a:schemeClr val="dk1"/>
            </a:fillRef>
            <a:effectRef idx="1">
              <a:schemeClr val="dk1"/>
            </a:effectRef>
            <a:fontRef idx="minor">
              <a:schemeClr val="tx1"/>
            </a:fontRef>
          </p:style>
        </p:cxnSp>
      </p:grpSp>
      <p:sp>
        <p:nvSpPr>
          <p:cNvPr id="21" name="Circle: Hollow 20">
            <a:extLst>
              <a:ext uri="{FF2B5EF4-FFF2-40B4-BE49-F238E27FC236}">
                <a16:creationId xmlns:a16="http://schemas.microsoft.com/office/drawing/2014/main" id="{55C8DF77-9C79-1115-D6D1-1B9FC5C322E5}"/>
              </a:ext>
            </a:extLst>
          </p:cNvPr>
          <p:cNvSpPr>
            <a:spLocks/>
          </p:cNvSpPr>
          <p:nvPr/>
        </p:nvSpPr>
        <p:spPr>
          <a:xfrm rot="10800000">
            <a:off x="-6569964" y="671332"/>
            <a:ext cx="5515336" cy="5515336"/>
          </a:xfrm>
          <a:prstGeom prst="donut">
            <a:avLst>
              <a:gd name="adj" fmla="val 3110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PH" dirty="0">
              <a:solidFill>
                <a:schemeClr val="tx1"/>
              </a:solidFill>
            </a:endParaRPr>
          </a:p>
        </p:txBody>
      </p:sp>
      <p:sp>
        <p:nvSpPr>
          <p:cNvPr id="22" name="Oval 21">
            <a:extLst>
              <a:ext uri="{FF2B5EF4-FFF2-40B4-BE49-F238E27FC236}">
                <a16:creationId xmlns:a16="http://schemas.microsoft.com/office/drawing/2014/main" id="{A549751D-C17B-C157-9CCA-94CD648E2CBB}"/>
              </a:ext>
            </a:extLst>
          </p:cNvPr>
          <p:cNvSpPr/>
          <p:nvPr/>
        </p:nvSpPr>
        <p:spPr>
          <a:xfrm>
            <a:off x="-2686030" y="3429000"/>
            <a:ext cx="1734274" cy="1734272"/>
          </a:xfrm>
          <a:prstGeom prst="ellipse">
            <a:avLst/>
          </a:prstGeom>
          <a:solidFill>
            <a:srgbClr val="FFC000"/>
          </a:solidFill>
          <a:ln w="1270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pic>
        <p:nvPicPr>
          <p:cNvPr id="23" name="Graphic 22" descr="Statistics with solid fill">
            <a:extLst>
              <a:ext uri="{FF2B5EF4-FFF2-40B4-BE49-F238E27FC236}">
                <a16:creationId xmlns:a16="http://schemas.microsoft.com/office/drawing/2014/main" id="{B0275F1E-6D27-72B3-1F31-4105F2CBCD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H="1" flipV="1">
            <a:off x="-2497616" y="2110749"/>
            <a:ext cx="914400" cy="914400"/>
          </a:xfrm>
          <a:prstGeom prst="rect">
            <a:avLst/>
          </a:prstGeom>
        </p:spPr>
      </p:pic>
      <p:pic>
        <p:nvPicPr>
          <p:cNvPr id="24" name="Graphic 23" descr="Bar chart with solid fill">
            <a:extLst>
              <a:ext uri="{FF2B5EF4-FFF2-40B4-BE49-F238E27FC236}">
                <a16:creationId xmlns:a16="http://schemas.microsoft.com/office/drawing/2014/main" id="{5E9BC328-9D4C-0863-0030-98B433576A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V="1">
            <a:off x="-2271920" y="3832851"/>
            <a:ext cx="914400" cy="914400"/>
          </a:xfrm>
          <a:prstGeom prst="rect">
            <a:avLst/>
          </a:prstGeom>
        </p:spPr>
      </p:pic>
      <p:sp>
        <p:nvSpPr>
          <p:cNvPr id="32" name="Rectangle: Rounded Corners 31">
            <a:extLst>
              <a:ext uri="{FF2B5EF4-FFF2-40B4-BE49-F238E27FC236}">
                <a16:creationId xmlns:a16="http://schemas.microsoft.com/office/drawing/2014/main" id="{007C1535-4CAC-E065-8B24-683087366BDA}"/>
              </a:ext>
            </a:extLst>
          </p:cNvPr>
          <p:cNvSpPr>
            <a:spLocks/>
          </p:cNvSpPr>
          <p:nvPr/>
        </p:nvSpPr>
        <p:spPr>
          <a:xfrm>
            <a:off x="12557760" y="243068"/>
            <a:ext cx="9419620" cy="6371864"/>
          </a:xfrm>
          <a:prstGeom prst="roundRect">
            <a:avLst>
              <a:gd name="adj" fmla="val 5041"/>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34" name="TextBox 33">
            <a:extLst>
              <a:ext uri="{FF2B5EF4-FFF2-40B4-BE49-F238E27FC236}">
                <a16:creationId xmlns:a16="http://schemas.microsoft.com/office/drawing/2014/main" id="{2805EF82-882B-4B7A-DF50-48DB5A1E19BB}"/>
              </a:ext>
            </a:extLst>
          </p:cNvPr>
          <p:cNvSpPr txBox="1"/>
          <p:nvPr/>
        </p:nvSpPr>
        <p:spPr>
          <a:xfrm>
            <a:off x="12777656" y="401555"/>
            <a:ext cx="8485952" cy="523220"/>
          </a:xfrm>
          <a:prstGeom prst="rect">
            <a:avLst/>
          </a:prstGeom>
          <a:noFill/>
        </p:spPr>
        <p:txBody>
          <a:bodyPr wrap="square" rtlCol="0">
            <a:spAutoFit/>
          </a:bodyPr>
          <a:lstStyle/>
          <a:p>
            <a:r>
              <a:rPr lang="en-US" sz="2800" b="1" dirty="0">
                <a:highlight>
                  <a:srgbClr val="FFC000"/>
                </a:highlight>
                <a:latin typeface="Poppins" panose="00000500000000000000" pitchFamily="2" charset="0"/>
                <a:cs typeface="Poppins" panose="00000500000000000000" pitchFamily="2" charset="0"/>
              </a:rPr>
              <a:t>Data Analysis</a:t>
            </a:r>
          </a:p>
        </p:txBody>
      </p:sp>
      <p:sp>
        <p:nvSpPr>
          <p:cNvPr id="36" name="TextBox 35">
            <a:extLst>
              <a:ext uri="{FF2B5EF4-FFF2-40B4-BE49-F238E27FC236}">
                <a16:creationId xmlns:a16="http://schemas.microsoft.com/office/drawing/2014/main" id="{1C92BC94-C1CD-E5E1-10EA-1543FF5E030E}"/>
              </a:ext>
            </a:extLst>
          </p:cNvPr>
          <p:cNvSpPr txBox="1"/>
          <p:nvPr/>
        </p:nvSpPr>
        <p:spPr>
          <a:xfrm>
            <a:off x="13719860" y="993825"/>
            <a:ext cx="8257520" cy="461665"/>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Statistical Tool: </a:t>
            </a:r>
            <a:r>
              <a:rPr lang="en-US" sz="2400" dirty="0">
                <a:latin typeface="Poppins" panose="00000500000000000000" pitchFamily="2" charset="0"/>
                <a:cs typeface="Poppins" panose="00000500000000000000" pitchFamily="2" charset="0"/>
              </a:rPr>
              <a:t>Weighted Mean</a:t>
            </a:r>
          </a:p>
        </p:txBody>
      </p:sp>
      <p:sp>
        <p:nvSpPr>
          <p:cNvPr id="38" name="TextBox 37">
            <a:extLst>
              <a:ext uri="{FF2B5EF4-FFF2-40B4-BE49-F238E27FC236}">
                <a16:creationId xmlns:a16="http://schemas.microsoft.com/office/drawing/2014/main" id="{1A397F16-68EB-AB2E-B185-D2495321F1FE}"/>
              </a:ext>
            </a:extLst>
          </p:cNvPr>
          <p:cNvSpPr txBox="1"/>
          <p:nvPr/>
        </p:nvSpPr>
        <p:spPr>
          <a:xfrm>
            <a:off x="14786839" y="1455490"/>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Evaluation Scale: </a:t>
            </a:r>
            <a:r>
              <a:rPr lang="en-US" sz="2400" dirty="0">
                <a:latin typeface="Poppins" panose="00000500000000000000" pitchFamily="2" charset="0"/>
                <a:cs typeface="Poppins" panose="00000500000000000000" pitchFamily="2" charset="0"/>
              </a:rPr>
              <a:t>5-point Likert Scale assessing seven ISO/IEC 25010 characteristics (Functionality, Usability, Efficiency, Reliability, Security, Maintainability, Portability).</a:t>
            </a:r>
          </a:p>
        </p:txBody>
      </p:sp>
      <p:sp>
        <p:nvSpPr>
          <p:cNvPr id="40" name="TextBox 39">
            <a:extLst>
              <a:ext uri="{FF2B5EF4-FFF2-40B4-BE49-F238E27FC236}">
                <a16:creationId xmlns:a16="http://schemas.microsoft.com/office/drawing/2014/main" id="{9C7CED15-FF50-9443-DFB2-7B81245272C6}"/>
              </a:ext>
            </a:extLst>
          </p:cNvPr>
          <p:cNvSpPr txBox="1"/>
          <p:nvPr/>
        </p:nvSpPr>
        <p:spPr>
          <a:xfrm>
            <a:off x="16026726" y="2963079"/>
            <a:ext cx="8257520" cy="1569660"/>
          </a:xfrm>
          <a:prstGeom prst="rect">
            <a:avLst/>
          </a:prstGeom>
          <a:noFill/>
        </p:spPr>
        <p:txBody>
          <a:bodyPr wrap="square" rtlCol="0">
            <a:spAutoFit/>
          </a:bodyPr>
          <a:lstStyle/>
          <a:p>
            <a:pPr marL="457200" indent="-457200">
              <a:buFont typeface="Wingdings" panose="05000000000000000000" pitchFamily="2" charset="2"/>
              <a:buChar char="Ø"/>
            </a:pPr>
            <a:r>
              <a:rPr lang="en-US" sz="2400" b="1" dirty="0">
                <a:latin typeface="Poppins" panose="00000500000000000000" pitchFamily="2" charset="0"/>
                <a:cs typeface="Poppins" panose="00000500000000000000" pitchFamily="2" charset="0"/>
              </a:rPr>
              <a:t>Goal: </a:t>
            </a:r>
            <a:r>
              <a:rPr lang="en-US" sz="2400" dirty="0">
                <a:latin typeface="Poppins" panose="00000500000000000000" pitchFamily="2" charset="0"/>
                <a:cs typeface="Poppins" panose="00000500000000000000" pitchFamily="2" charset="0"/>
              </a:rPr>
              <a:t>To determine the descriptive equivalent rating (from Poor to Excellent) and definitively prove the system's acceptability and superiority over the manual method.</a:t>
            </a:r>
          </a:p>
        </p:txBody>
      </p:sp>
    </p:spTree>
    <p:extLst>
      <p:ext uri="{BB962C8B-B14F-4D97-AF65-F5344CB8AC3E}">
        <p14:creationId xmlns:p14="http://schemas.microsoft.com/office/powerpoint/2010/main" val="19292730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2538</TotalTime>
  <Words>4737</Words>
  <Application>Microsoft Office PowerPoint</Application>
  <PresentationFormat>Widescreen</PresentationFormat>
  <Paragraphs>393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Poppins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David Garcia</dc:creator>
  <cp:lastModifiedBy>Nate Rocks</cp:lastModifiedBy>
  <cp:revision>2</cp:revision>
  <dcterms:created xsi:type="dcterms:W3CDTF">2025-10-04T01:21:45Z</dcterms:created>
  <dcterms:modified xsi:type="dcterms:W3CDTF">2026-09-07T19:07:06Z</dcterms:modified>
</cp:coreProperties>
</file>